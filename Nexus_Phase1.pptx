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CA2AE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9CA2AE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968" y="259092"/>
            <a:ext cx="11175492" cy="79246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0" y="286511"/>
            <a:ext cx="11049000" cy="666115"/>
          </a:xfrm>
          <a:custGeom>
            <a:avLst/>
            <a:gdLst/>
            <a:ahLst/>
            <a:cxnLst/>
            <a:rect l="l" t="t" r="r" b="b"/>
            <a:pathLst>
              <a:path w="11049000" h="666115">
                <a:moveTo>
                  <a:pt x="10944606" y="0"/>
                </a:moveTo>
                <a:lnTo>
                  <a:pt x="104406" y="0"/>
                </a:lnTo>
                <a:lnTo>
                  <a:pt x="63768" y="8203"/>
                </a:lnTo>
                <a:lnTo>
                  <a:pt x="30581" y="30575"/>
                </a:lnTo>
                <a:lnTo>
                  <a:pt x="8205" y="63757"/>
                </a:lnTo>
                <a:lnTo>
                  <a:pt x="0" y="104394"/>
                </a:lnTo>
                <a:lnTo>
                  <a:pt x="0" y="561594"/>
                </a:lnTo>
                <a:lnTo>
                  <a:pt x="8205" y="602230"/>
                </a:lnTo>
                <a:lnTo>
                  <a:pt x="30581" y="635412"/>
                </a:lnTo>
                <a:lnTo>
                  <a:pt x="63768" y="657784"/>
                </a:lnTo>
                <a:lnTo>
                  <a:pt x="104406" y="665988"/>
                </a:lnTo>
                <a:lnTo>
                  <a:pt x="10944606" y="665988"/>
                </a:lnTo>
                <a:lnTo>
                  <a:pt x="10985242" y="657784"/>
                </a:lnTo>
                <a:lnTo>
                  <a:pt x="11018424" y="635412"/>
                </a:lnTo>
                <a:lnTo>
                  <a:pt x="11040796" y="602230"/>
                </a:lnTo>
                <a:lnTo>
                  <a:pt x="11049000" y="561594"/>
                </a:lnTo>
                <a:lnTo>
                  <a:pt x="11049000" y="104394"/>
                </a:lnTo>
                <a:lnTo>
                  <a:pt x="11040796" y="63757"/>
                </a:lnTo>
                <a:lnTo>
                  <a:pt x="11018424" y="30575"/>
                </a:lnTo>
                <a:lnTo>
                  <a:pt x="10985242" y="8203"/>
                </a:lnTo>
                <a:lnTo>
                  <a:pt x="10944606" y="0"/>
                </a:lnTo>
                <a:close/>
              </a:path>
            </a:pathLst>
          </a:custGeom>
          <a:solidFill>
            <a:srgbClr val="FFFFF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8011" y="381000"/>
            <a:ext cx="1266444" cy="4770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58500" y="381000"/>
            <a:ext cx="477011" cy="477012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571500" y="1333500"/>
            <a:ext cx="76200" cy="410209"/>
          </a:xfrm>
          <a:custGeom>
            <a:avLst/>
            <a:gdLst/>
            <a:ahLst/>
            <a:cxnLst/>
            <a:rect l="l" t="t" r="r" b="b"/>
            <a:pathLst>
              <a:path w="76200" h="410210">
                <a:moveTo>
                  <a:pt x="76200" y="0"/>
                </a:moveTo>
                <a:lnTo>
                  <a:pt x="0" y="0"/>
                </a:lnTo>
                <a:lnTo>
                  <a:pt x="0" y="409955"/>
                </a:lnTo>
                <a:lnTo>
                  <a:pt x="76200" y="409955"/>
                </a:lnTo>
                <a:lnTo>
                  <a:pt x="76200" y="0"/>
                </a:lnTo>
                <a:close/>
              </a:path>
            </a:pathLst>
          </a:custGeom>
          <a:solidFill>
            <a:srgbClr val="87E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5968" y="259092"/>
            <a:ext cx="11175492" cy="79246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71500" y="286511"/>
            <a:ext cx="11049000" cy="666115"/>
          </a:xfrm>
          <a:custGeom>
            <a:avLst/>
            <a:gdLst/>
            <a:ahLst/>
            <a:cxnLst/>
            <a:rect l="l" t="t" r="r" b="b"/>
            <a:pathLst>
              <a:path w="11049000" h="666115">
                <a:moveTo>
                  <a:pt x="10944606" y="0"/>
                </a:moveTo>
                <a:lnTo>
                  <a:pt x="104406" y="0"/>
                </a:lnTo>
                <a:lnTo>
                  <a:pt x="63768" y="8203"/>
                </a:lnTo>
                <a:lnTo>
                  <a:pt x="30581" y="30575"/>
                </a:lnTo>
                <a:lnTo>
                  <a:pt x="8205" y="63757"/>
                </a:lnTo>
                <a:lnTo>
                  <a:pt x="0" y="104394"/>
                </a:lnTo>
                <a:lnTo>
                  <a:pt x="0" y="561594"/>
                </a:lnTo>
                <a:lnTo>
                  <a:pt x="8205" y="602230"/>
                </a:lnTo>
                <a:lnTo>
                  <a:pt x="30581" y="635412"/>
                </a:lnTo>
                <a:lnTo>
                  <a:pt x="63768" y="657784"/>
                </a:lnTo>
                <a:lnTo>
                  <a:pt x="104406" y="665988"/>
                </a:lnTo>
                <a:lnTo>
                  <a:pt x="10944606" y="665988"/>
                </a:lnTo>
                <a:lnTo>
                  <a:pt x="10985242" y="657784"/>
                </a:lnTo>
                <a:lnTo>
                  <a:pt x="11018424" y="635412"/>
                </a:lnTo>
                <a:lnTo>
                  <a:pt x="11040796" y="602230"/>
                </a:lnTo>
                <a:lnTo>
                  <a:pt x="11049000" y="561594"/>
                </a:lnTo>
                <a:lnTo>
                  <a:pt x="11049000" y="104394"/>
                </a:lnTo>
                <a:lnTo>
                  <a:pt x="11040796" y="63757"/>
                </a:lnTo>
                <a:lnTo>
                  <a:pt x="11018424" y="30575"/>
                </a:lnTo>
                <a:lnTo>
                  <a:pt x="10985242" y="8203"/>
                </a:lnTo>
                <a:lnTo>
                  <a:pt x="10944606" y="0"/>
                </a:lnTo>
                <a:close/>
              </a:path>
            </a:pathLst>
          </a:custGeom>
          <a:solidFill>
            <a:srgbClr val="FFFFFF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8011" y="381000"/>
            <a:ext cx="1266444" cy="47701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858500" y="381000"/>
            <a:ext cx="477011" cy="4770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8995" y="1088847"/>
            <a:ext cx="10556849" cy="6402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1267" y="2230210"/>
            <a:ext cx="7378700" cy="1416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9CA2AE"/>
                </a:solidFill>
                <a:latin typeface="Malgun Gothic Semilight"/>
                <a:cs typeface="Malgun Gothic Semiligh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hyperlink" Target="mailto:anniedarling60@gmail.com" TargetMode="External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jpg"/><Relationship Id="rId10" Type="http://schemas.openxmlformats.org/officeDocument/2006/relationships/image" Target="../media/image4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hyperlink" Target="https://www.kaggle.com/datasets/qingyi/wm811k-wafer-map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505968" y="259092"/>
            <a:ext cx="11176000" cy="792480"/>
            <a:chOff x="505968" y="259092"/>
            <a:chExt cx="11176000" cy="7924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5968" y="259092"/>
              <a:ext cx="11175492" cy="79246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71500" y="286511"/>
              <a:ext cx="11049000" cy="666115"/>
            </a:xfrm>
            <a:custGeom>
              <a:avLst/>
              <a:gdLst/>
              <a:ahLst/>
              <a:cxnLst/>
              <a:rect l="l" t="t" r="r" b="b"/>
              <a:pathLst>
                <a:path w="11049000" h="666115">
                  <a:moveTo>
                    <a:pt x="10944606" y="0"/>
                  </a:moveTo>
                  <a:lnTo>
                    <a:pt x="104406" y="0"/>
                  </a:lnTo>
                  <a:lnTo>
                    <a:pt x="63768" y="8203"/>
                  </a:lnTo>
                  <a:lnTo>
                    <a:pt x="30581" y="30575"/>
                  </a:lnTo>
                  <a:lnTo>
                    <a:pt x="8205" y="63757"/>
                  </a:lnTo>
                  <a:lnTo>
                    <a:pt x="0" y="104394"/>
                  </a:lnTo>
                  <a:lnTo>
                    <a:pt x="0" y="561594"/>
                  </a:lnTo>
                  <a:lnTo>
                    <a:pt x="8205" y="602230"/>
                  </a:lnTo>
                  <a:lnTo>
                    <a:pt x="30581" y="635412"/>
                  </a:lnTo>
                  <a:lnTo>
                    <a:pt x="63768" y="657784"/>
                  </a:lnTo>
                  <a:lnTo>
                    <a:pt x="104406" y="665988"/>
                  </a:lnTo>
                  <a:lnTo>
                    <a:pt x="10944606" y="665988"/>
                  </a:lnTo>
                  <a:lnTo>
                    <a:pt x="10985242" y="657784"/>
                  </a:lnTo>
                  <a:lnTo>
                    <a:pt x="11018424" y="635412"/>
                  </a:lnTo>
                  <a:lnTo>
                    <a:pt x="11040796" y="602230"/>
                  </a:lnTo>
                  <a:lnTo>
                    <a:pt x="11049000" y="561594"/>
                  </a:lnTo>
                  <a:lnTo>
                    <a:pt x="11049000" y="104394"/>
                  </a:lnTo>
                  <a:lnTo>
                    <a:pt x="11040796" y="63757"/>
                  </a:lnTo>
                  <a:lnTo>
                    <a:pt x="11018424" y="30575"/>
                  </a:lnTo>
                  <a:lnTo>
                    <a:pt x="10985242" y="8203"/>
                  </a:lnTo>
                  <a:lnTo>
                    <a:pt x="10944606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011" y="380999"/>
              <a:ext cx="1266444" cy="4770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58499" y="380999"/>
              <a:ext cx="477011" cy="477012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571500" y="1143000"/>
            <a:ext cx="47625" cy="276225"/>
          </a:xfrm>
          <a:custGeom>
            <a:avLst/>
            <a:gdLst/>
            <a:ahLst/>
            <a:cxnLst/>
            <a:rect l="l" t="t" r="r" b="b"/>
            <a:pathLst>
              <a:path w="47625" h="276225">
                <a:moveTo>
                  <a:pt x="47243" y="0"/>
                </a:moveTo>
                <a:lnTo>
                  <a:pt x="0" y="0"/>
                </a:lnTo>
                <a:lnTo>
                  <a:pt x="0" y="275844"/>
                </a:lnTo>
                <a:lnTo>
                  <a:pt x="47243" y="275844"/>
                </a:lnTo>
                <a:lnTo>
                  <a:pt x="47243" y="0"/>
                </a:lnTo>
                <a:close/>
              </a:path>
            </a:pathLst>
          </a:custGeom>
          <a:solidFill>
            <a:srgbClr val="87E45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9176004" y="1164336"/>
            <a:ext cx="2451100" cy="375285"/>
            <a:chOff x="9176004" y="1164336"/>
            <a:chExt cx="2451100" cy="375285"/>
          </a:xfrm>
        </p:grpSpPr>
        <p:sp>
          <p:nvSpPr>
            <p:cNvPr id="10" name="object 10" descr=""/>
            <p:cNvSpPr/>
            <p:nvPr/>
          </p:nvSpPr>
          <p:spPr>
            <a:xfrm>
              <a:off x="9182100" y="1170432"/>
              <a:ext cx="2438400" cy="363220"/>
            </a:xfrm>
            <a:custGeom>
              <a:avLst/>
              <a:gdLst/>
              <a:ahLst/>
              <a:cxnLst/>
              <a:rect l="l" t="t" r="r" b="b"/>
              <a:pathLst>
                <a:path w="2438400" h="363219">
                  <a:moveTo>
                    <a:pt x="2342006" y="0"/>
                  </a:moveTo>
                  <a:lnTo>
                    <a:pt x="96393" y="0"/>
                  </a:lnTo>
                  <a:lnTo>
                    <a:pt x="58882" y="7578"/>
                  </a:lnTo>
                  <a:lnTo>
                    <a:pt x="28241" y="28241"/>
                  </a:lnTo>
                  <a:lnTo>
                    <a:pt x="7578" y="58882"/>
                  </a:lnTo>
                  <a:lnTo>
                    <a:pt x="0" y="96392"/>
                  </a:lnTo>
                  <a:lnTo>
                    <a:pt x="0" y="266318"/>
                  </a:lnTo>
                  <a:lnTo>
                    <a:pt x="7578" y="303829"/>
                  </a:lnTo>
                  <a:lnTo>
                    <a:pt x="28241" y="334470"/>
                  </a:lnTo>
                  <a:lnTo>
                    <a:pt x="58882" y="355133"/>
                  </a:lnTo>
                  <a:lnTo>
                    <a:pt x="96393" y="362712"/>
                  </a:lnTo>
                  <a:lnTo>
                    <a:pt x="2342006" y="362712"/>
                  </a:lnTo>
                  <a:lnTo>
                    <a:pt x="2379517" y="355133"/>
                  </a:lnTo>
                  <a:lnTo>
                    <a:pt x="2410158" y="334470"/>
                  </a:lnTo>
                  <a:lnTo>
                    <a:pt x="2430821" y="303829"/>
                  </a:lnTo>
                  <a:lnTo>
                    <a:pt x="2438400" y="266318"/>
                  </a:lnTo>
                  <a:lnTo>
                    <a:pt x="2438400" y="96392"/>
                  </a:lnTo>
                  <a:lnTo>
                    <a:pt x="2430821" y="58882"/>
                  </a:lnTo>
                  <a:lnTo>
                    <a:pt x="2410158" y="28241"/>
                  </a:lnTo>
                  <a:lnTo>
                    <a:pt x="2379517" y="7578"/>
                  </a:lnTo>
                  <a:lnTo>
                    <a:pt x="2342006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182100" y="1170432"/>
              <a:ext cx="2438400" cy="363220"/>
            </a:xfrm>
            <a:custGeom>
              <a:avLst/>
              <a:gdLst/>
              <a:ahLst/>
              <a:cxnLst/>
              <a:rect l="l" t="t" r="r" b="b"/>
              <a:pathLst>
                <a:path w="2438400" h="363219">
                  <a:moveTo>
                    <a:pt x="0" y="96392"/>
                  </a:moveTo>
                  <a:lnTo>
                    <a:pt x="7578" y="58882"/>
                  </a:lnTo>
                  <a:lnTo>
                    <a:pt x="28241" y="28241"/>
                  </a:lnTo>
                  <a:lnTo>
                    <a:pt x="58882" y="7578"/>
                  </a:lnTo>
                  <a:lnTo>
                    <a:pt x="96393" y="0"/>
                  </a:lnTo>
                  <a:lnTo>
                    <a:pt x="2342006" y="0"/>
                  </a:lnTo>
                  <a:lnTo>
                    <a:pt x="2379517" y="7578"/>
                  </a:lnTo>
                  <a:lnTo>
                    <a:pt x="2410158" y="28241"/>
                  </a:lnTo>
                  <a:lnTo>
                    <a:pt x="2430821" y="58882"/>
                  </a:lnTo>
                  <a:lnTo>
                    <a:pt x="2438400" y="96392"/>
                  </a:lnTo>
                  <a:lnTo>
                    <a:pt x="2438400" y="266318"/>
                  </a:lnTo>
                  <a:lnTo>
                    <a:pt x="2430821" y="303829"/>
                  </a:lnTo>
                  <a:lnTo>
                    <a:pt x="2410158" y="334470"/>
                  </a:lnTo>
                  <a:lnTo>
                    <a:pt x="2379517" y="355133"/>
                  </a:lnTo>
                  <a:lnTo>
                    <a:pt x="2342006" y="362712"/>
                  </a:lnTo>
                  <a:lnTo>
                    <a:pt x="96393" y="362712"/>
                  </a:lnTo>
                  <a:lnTo>
                    <a:pt x="58882" y="355133"/>
                  </a:lnTo>
                  <a:lnTo>
                    <a:pt x="28241" y="334470"/>
                  </a:lnTo>
                  <a:lnTo>
                    <a:pt x="7578" y="303829"/>
                  </a:lnTo>
                  <a:lnTo>
                    <a:pt x="0" y="266318"/>
                  </a:lnTo>
                  <a:lnTo>
                    <a:pt x="0" y="96392"/>
                  </a:lnTo>
                  <a:close/>
                </a:path>
              </a:pathLst>
            </a:custGeom>
            <a:ln w="12191">
              <a:solidFill>
                <a:srgbClr val="34D2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00584" y="1616963"/>
            <a:ext cx="11777980" cy="3568065"/>
            <a:chOff x="100584" y="1616963"/>
            <a:chExt cx="11777980" cy="3568065"/>
          </a:xfrm>
        </p:grpSpPr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584" y="1616963"/>
              <a:ext cx="11777472" cy="2179320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298704" y="1712975"/>
              <a:ext cx="11395075" cy="1797050"/>
            </a:xfrm>
            <a:custGeom>
              <a:avLst/>
              <a:gdLst/>
              <a:ahLst/>
              <a:cxnLst/>
              <a:rect l="l" t="t" r="r" b="b"/>
              <a:pathLst>
                <a:path w="11395075" h="1797050">
                  <a:moveTo>
                    <a:pt x="11355070" y="0"/>
                  </a:moveTo>
                  <a:lnTo>
                    <a:pt x="39814" y="0"/>
                  </a:lnTo>
                  <a:lnTo>
                    <a:pt x="24319" y="3123"/>
                  </a:lnTo>
                  <a:lnTo>
                    <a:pt x="11663" y="11652"/>
                  </a:lnTo>
                  <a:lnTo>
                    <a:pt x="3129" y="24324"/>
                  </a:lnTo>
                  <a:lnTo>
                    <a:pt x="0" y="39877"/>
                  </a:lnTo>
                  <a:lnTo>
                    <a:pt x="0" y="1756918"/>
                  </a:lnTo>
                  <a:lnTo>
                    <a:pt x="3129" y="1772471"/>
                  </a:lnTo>
                  <a:lnTo>
                    <a:pt x="11663" y="1785143"/>
                  </a:lnTo>
                  <a:lnTo>
                    <a:pt x="24319" y="1793672"/>
                  </a:lnTo>
                  <a:lnTo>
                    <a:pt x="39814" y="1796796"/>
                  </a:lnTo>
                  <a:lnTo>
                    <a:pt x="11355070" y="1796796"/>
                  </a:lnTo>
                  <a:lnTo>
                    <a:pt x="11370623" y="1793672"/>
                  </a:lnTo>
                  <a:lnTo>
                    <a:pt x="11383295" y="1785143"/>
                  </a:lnTo>
                  <a:lnTo>
                    <a:pt x="11391824" y="1772471"/>
                  </a:lnTo>
                  <a:lnTo>
                    <a:pt x="11394948" y="1756918"/>
                  </a:lnTo>
                  <a:lnTo>
                    <a:pt x="11394948" y="39877"/>
                  </a:lnTo>
                  <a:lnTo>
                    <a:pt x="11391824" y="24324"/>
                  </a:lnTo>
                  <a:lnTo>
                    <a:pt x="11383295" y="11652"/>
                  </a:lnTo>
                  <a:lnTo>
                    <a:pt x="11370623" y="3123"/>
                  </a:lnTo>
                  <a:lnTo>
                    <a:pt x="11355070" y="0"/>
                  </a:lnTo>
                  <a:close/>
                </a:path>
              </a:pathLst>
            </a:custGeom>
            <a:solidFill>
              <a:srgbClr val="273383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98704" y="1712975"/>
              <a:ext cx="11395075" cy="1797050"/>
            </a:xfrm>
            <a:custGeom>
              <a:avLst/>
              <a:gdLst/>
              <a:ahLst/>
              <a:cxnLst/>
              <a:rect l="l" t="t" r="r" b="b"/>
              <a:pathLst>
                <a:path w="11395075" h="1797050">
                  <a:moveTo>
                    <a:pt x="0" y="39877"/>
                  </a:moveTo>
                  <a:lnTo>
                    <a:pt x="3129" y="24324"/>
                  </a:lnTo>
                  <a:lnTo>
                    <a:pt x="11663" y="11652"/>
                  </a:lnTo>
                  <a:lnTo>
                    <a:pt x="24319" y="3123"/>
                  </a:lnTo>
                  <a:lnTo>
                    <a:pt x="39814" y="0"/>
                  </a:lnTo>
                  <a:lnTo>
                    <a:pt x="11355070" y="0"/>
                  </a:lnTo>
                  <a:lnTo>
                    <a:pt x="11370623" y="3123"/>
                  </a:lnTo>
                  <a:lnTo>
                    <a:pt x="11383295" y="11652"/>
                  </a:lnTo>
                  <a:lnTo>
                    <a:pt x="11391824" y="24324"/>
                  </a:lnTo>
                  <a:lnTo>
                    <a:pt x="11394948" y="39877"/>
                  </a:lnTo>
                  <a:lnTo>
                    <a:pt x="11394948" y="1756918"/>
                  </a:lnTo>
                  <a:lnTo>
                    <a:pt x="11391824" y="1772471"/>
                  </a:lnTo>
                  <a:lnTo>
                    <a:pt x="11383295" y="1785143"/>
                  </a:lnTo>
                  <a:lnTo>
                    <a:pt x="11370623" y="1793672"/>
                  </a:lnTo>
                  <a:lnTo>
                    <a:pt x="11355070" y="1796796"/>
                  </a:lnTo>
                  <a:lnTo>
                    <a:pt x="39814" y="1796796"/>
                  </a:lnTo>
                  <a:lnTo>
                    <a:pt x="24319" y="1793672"/>
                  </a:lnTo>
                  <a:lnTo>
                    <a:pt x="11663" y="1785143"/>
                  </a:lnTo>
                  <a:lnTo>
                    <a:pt x="3129" y="1772471"/>
                  </a:lnTo>
                  <a:lnTo>
                    <a:pt x="0" y="1756918"/>
                  </a:lnTo>
                  <a:lnTo>
                    <a:pt x="0" y="39877"/>
                  </a:lnTo>
                  <a:close/>
                </a:path>
              </a:pathLst>
            </a:custGeom>
            <a:ln w="12192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80644" y="1722119"/>
              <a:ext cx="11035665" cy="437515"/>
            </a:xfrm>
            <a:custGeom>
              <a:avLst/>
              <a:gdLst/>
              <a:ahLst/>
              <a:cxnLst/>
              <a:rect l="l" t="t" r="r" b="b"/>
              <a:pathLst>
                <a:path w="11035665" h="437514">
                  <a:moveTo>
                    <a:pt x="11035284" y="0"/>
                  </a:moveTo>
                  <a:lnTo>
                    <a:pt x="11035284" y="0"/>
                  </a:lnTo>
                  <a:lnTo>
                    <a:pt x="0" y="0"/>
                  </a:lnTo>
                  <a:lnTo>
                    <a:pt x="0" y="437388"/>
                  </a:lnTo>
                  <a:lnTo>
                    <a:pt x="11035284" y="437388"/>
                  </a:lnTo>
                  <a:lnTo>
                    <a:pt x="11035284" y="0"/>
                  </a:lnTo>
                  <a:close/>
                </a:path>
              </a:pathLst>
            </a:custGeom>
            <a:solidFill>
              <a:srgbClr val="27338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80644" y="2604515"/>
              <a:ext cx="11035665" cy="9525"/>
            </a:xfrm>
            <a:custGeom>
              <a:avLst/>
              <a:gdLst/>
              <a:ahLst/>
              <a:cxnLst/>
              <a:rect l="l" t="t" r="r" b="b"/>
              <a:pathLst>
                <a:path w="11035665" h="9525">
                  <a:moveTo>
                    <a:pt x="11035284" y="0"/>
                  </a:moveTo>
                  <a:lnTo>
                    <a:pt x="1103528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11035284" y="9144"/>
                  </a:lnTo>
                  <a:lnTo>
                    <a:pt x="11035284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80643" y="2607563"/>
              <a:ext cx="11031220" cy="457200"/>
            </a:xfrm>
            <a:custGeom>
              <a:avLst/>
              <a:gdLst/>
              <a:ahLst/>
              <a:cxnLst/>
              <a:rect l="l" t="t" r="r" b="b"/>
              <a:pathLst>
                <a:path w="11031220" h="457200">
                  <a:moveTo>
                    <a:pt x="11030712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11030712" y="457200"/>
                  </a:lnTo>
                  <a:lnTo>
                    <a:pt x="11030712" y="0"/>
                  </a:lnTo>
                  <a:close/>
                </a:path>
              </a:pathLst>
            </a:custGeom>
            <a:solidFill>
              <a:srgbClr val="FFFFFF">
                <a:alpha val="313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0644" y="3055619"/>
              <a:ext cx="11035665" cy="463550"/>
            </a:xfrm>
            <a:custGeom>
              <a:avLst/>
              <a:gdLst/>
              <a:ahLst/>
              <a:cxnLst/>
              <a:rect l="l" t="t" r="r" b="b"/>
              <a:pathLst>
                <a:path w="11035665" h="463550">
                  <a:moveTo>
                    <a:pt x="11035284" y="454152"/>
                  </a:moveTo>
                  <a:lnTo>
                    <a:pt x="11035284" y="454152"/>
                  </a:lnTo>
                  <a:lnTo>
                    <a:pt x="0" y="454152"/>
                  </a:lnTo>
                  <a:lnTo>
                    <a:pt x="0" y="463296"/>
                  </a:lnTo>
                  <a:lnTo>
                    <a:pt x="11035284" y="463296"/>
                  </a:lnTo>
                  <a:lnTo>
                    <a:pt x="11035284" y="454152"/>
                  </a:lnTo>
                  <a:close/>
                </a:path>
                <a:path w="11035665" h="463550">
                  <a:moveTo>
                    <a:pt x="11035284" y="0"/>
                  </a:moveTo>
                  <a:lnTo>
                    <a:pt x="11035284" y="0"/>
                  </a:lnTo>
                  <a:lnTo>
                    <a:pt x="0" y="0"/>
                  </a:lnTo>
                  <a:lnTo>
                    <a:pt x="0" y="9144"/>
                  </a:lnTo>
                  <a:lnTo>
                    <a:pt x="11035284" y="9144"/>
                  </a:lnTo>
                  <a:lnTo>
                    <a:pt x="11035284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98704" y="3124200"/>
              <a:ext cx="11448415" cy="2054860"/>
            </a:xfrm>
            <a:custGeom>
              <a:avLst/>
              <a:gdLst/>
              <a:ahLst/>
              <a:cxnLst/>
              <a:rect l="l" t="t" r="r" b="b"/>
              <a:pathLst>
                <a:path w="11448415" h="2054860">
                  <a:moveTo>
                    <a:pt x="11396091" y="0"/>
                  </a:moveTo>
                  <a:lnTo>
                    <a:pt x="52158" y="0"/>
                  </a:lnTo>
                  <a:lnTo>
                    <a:pt x="31857" y="4101"/>
                  </a:lnTo>
                  <a:lnTo>
                    <a:pt x="15278" y="15287"/>
                  </a:lnTo>
                  <a:lnTo>
                    <a:pt x="4099" y="31878"/>
                  </a:lnTo>
                  <a:lnTo>
                    <a:pt x="0" y="52197"/>
                  </a:lnTo>
                  <a:lnTo>
                    <a:pt x="0" y="2002155"/>
                  </a:lnTo>
                  <a:lnTo>
                    <a:pt x="4099" y="2022473"/>
                  </a:lnTo>
                  <a:lnTo>
                    <a:pt x="15278" y="2039064"/>
                  </a:lnTo>
                  <a:lnTo>
                    <a:pt x="31857" y="2050250"/>
                  </a:lnTo>
                  <a:lnTo>
                    <a:pt x="52158" y="2054352"/>
                  </a:lnTo>
                  <a:lnTo>
                    <a:pt x="11396091" y="2054352"/>
                  </a:lnTo>
                  <a:lnTo>
                    <a:pt x="11416409" y="2050250"/>
                  </a:lnTo>
                  <a:lnTo>
                    <a:pt x="11433000" y="2039064"/>
                  </a:lnTo>
                  <a:lnTo>
                    <a:pt x="11444186" y="2022473"/>
                  </a:lnTo>
                  <a:lnTo>
                    <a:pt x="11448288" y="2002155"/>
                  </a:lnTo>
                  <a:lnTo>
                    <a:pt x="11448288" y="52197"/>
                  </a:lnTo>
                  <a:lnTo>
                    <a:pt x="11444186" y="31878"/>
                  </a:lnTo>
                  <a:lnTo>
                    <a:pt x="11433000" y="15287"/>
                  </a:lnTo>
                  <a:lnTo>
                    <a:pt x="11416409" y="4101"/>
                  </a:lnTo>
                  <a:lnTo>
                    <a:pt x="11396091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98704" y="3124200"/>
              <a:ext cx="11448415" cy="2054860"/>
            </a:xfrm>
            <a:custGeom>
              <a:avLst/>
              <a:gdLst/>
              <a:ahLst/>
              <a:cxnLst/>
              <a:rect l="l" t="t" r="r" b="b"/>
              <a:pathLst>
                <a:path w="11448415" h="2054860">
                  <a:moveTo>
                    <a:pt x="0" y="52197"/>
                  </a:moveTo>
                  <a:lnTo>
                    <a:pt x="4099" y="31878"/>
                  </a:lnTo>
                  <a:lnTo>
                    <a:pt x="15278" y="15287"/>
                  </a:lnTo>
                  <a:lnTo>
                    <a:pt x="31857" y="4101"/>
                  </a:lnTo>
                  <a:lnTo>
                    <a:pt x="52158" y="0"/>
                  </a:lnTo>
                  <a:lnTo>
                    <a:pt x="11396091" y="0"/>
                  </a:lnTo>
                  <a:lnTo>
                    <a:pt x="11416409" y="4101"/>
                  </a:lnTo>
                  <a:lnTo>
                    <a:pt x="11433000" y="15287"/>
                  </a:lnTo>
                  <a:lnTo>
                    <a:pt x="11444186" y="31878"/>
                  </a:lnTo>
                  <a:lnTo>
                    <a:pt x="11448288" y="52197"/>
                  </a:lnTo>
                  <a:lnTo>
                    <a:pt x="11448288" y="2002155"/>
                  </a:lnTo>
                  <a:lnTo>
                    <a:pt x="11444186" y="2022473"/>
                  </a:lnTo>
                  <a:lnTo>
                    <a:pt x="11433000" y="2039064"/>
                  </a:lnTo>
                  <a:lnTo>
                    <a:pt x="11416409" y="2050250"/>
                  </a:lnTo>
                  <a:lnTo>
                    <a:pt x="11396091" y="2054352"/>
                  </a:lnTo>
                  <a:lnTo>
                    <a:pt x="52158" y="2054352"/>
                  </a:lnTo>
                  <a:lnTo>
                    <a:pt x="31857" y="2050250"/>
                  </a:lnTo>
                  <a:lnTo>
                    <a:pt x="15278" y="2039064"/>
                  </a:lnTo>
                  <a:lnTo>
                    <a:pt x="4099" y="2022473"/>
                  </a:lnTo>
                  <a:lnTo>
                    <a:pt x="0" y="2002155"/>
                  </a:lnTo>
                  <a:lnTo>
                    <a:pt x="0" y="52197"/>
                  </a:lnTo>
                  <a:close/>
                </a:path>
              </a:pathLst>
            </a:custGeom>
            <a:ln w="12192">
              <a:solidFill>
                <a:srgbClr val="1E39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50392" y="3552443"/>
              <a:ext cx="10648315" cy="437515"/>
            </a:xfrm>
            <a:custGeom>
              <a:avLst/>
              <a:gdLst/>
              <a:ahLst/>
              <a:cxnLst/>
              <a:rect l="l" t="t" r="r" b="b"/>
              <a:pathLst>
                <a:path w="10648315" h="437514">
                  <a:moveTo>
                    <a:pt x="10529062" y="0"/>
                  </a:moveTo>
                  <a:lnTo>
                    <a:pt x="119100" y="0"/>
                  </a:lnTo>
                  <a:lnTo>
                    <a:pt x="72743" y="9362"/>
                  </a:lnTo>
                  <a:lnTo>
                    <a:pt x="34885" y="34893"/>
                  </a:lnTo>
                  <a:lnTo>
                    <a:pt x="9360" y="72759"/>
                  </a:lnTo>
                  <a:lnTo>
                    <a:pt x="0" y="119125"/>
                  </a:lnTo>
                  <a:lnTo>
                    <a:pt x="0" y="318261"/>
                  </a:lnTo>
                  <a:lnTo>
                    <a:pt x="9360" y="364628"/>
                  </a:lnTo>
                  <a:lnTo>
                    <a:pt x="34885" y="402494"/>
                  </a:lnTo>
                  <a:lnTo>
                    <a:pt x="72743" y="428025"/>
                  </a:lnTo>
                  <a:lnTo>
                    <a:pt x="119100" y="437387"/>
                  </a:lnTo>
                  <a:lnTo>
                    <a:pt x="10529062" y="437387"/>
                  </a:lnTo>
                  <a:lnTo>
                    <a:pt x="10575428" y="428025"/>
                  </a:lnTo>
                  <a:lnTo>
                    <a:pt x="10613294" y="402494"/>
                  </a:lnTo>
                  <a:lnTo>
                    <a:pt x="10638825" y="364628"/>
                  </a:lnTo>
                  <a:lnTo>
                    <a:pt x="10648188" y="318261"/>
                  </a:lnTo>
                  <a:lnTo>
                    <a:pt x="10648188" y="119125"/>
                  </a:lnTo>
                  <a:lnTo>
                    <a:pt x="10638825" y="72759"/>
                  </a:lnTo>
                  <a:lnTo>
                    <a:pt x="10613294" y="34893"/>
                  </a:lnTo>
                  <a:lnTo>
                    <a:pt x="10575428" y="9362"/>
                  </a:lnTo>
                  <a:lnTo>
                    <a:pt x="10529062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50392" y="3552443"/>
              <a:ext cx="10648315" cy="437515"/>
            </a:xfrm>
            <a:custGeom>
              <a:avLst/>
              <a:gdLst/>
              <a:ahLst/>
              <a:cxnLst/>
              <a:rect l="l" t="t" r="r" b="b"/>
              <a:pathLst>
                <a:path w="10648315" h="437514">
                  <a:moveTo>
                    <a:pt x="0" y="119125"/>
                  </a:moveTo>
                  <a:lnTo>
                    <a:pt x="9360" y="72759"/>
                  </a:lnTo>
                  <a:lnTo>
                    <a:pt x="34885" y="34893"/>
                  </a:lnTo>
                  <a:lnTo>
                    <a:pt x="72743" y="9362"/>
                  </a:lnTo>
                  <a:lnTo>
                    <a:pt x="119100" y="0"/>
                  </a:lnTo>
                  <a:lnTo>
                    <a:pt x="10529062" y="0"/>
                  </a:lnTo>
                  <a:lnTo>
                    <a:pt x="10575428" y="9362"/>
                  </a:lnTo>
                  <a:lnTo>
                    <a:pt x="10613294" y="34893"/>
                  </a:lnTo>
                  <a:lnTo>
                    <a:pt x="10638825" y="72759"/>
                  </a:lnTo>
                  <a:lnTo>
                    <a:pt x="10648188" y="119125"/>
                  </a:lnTo>
                  <a:lnTo>
                    <a:pt x="10648188" y="318261"/>
                  </a:lnTo>
                  <a:lnTo>
                    <a:pt x="10638825" y="364628"/>
                  </a:lnTo>
                  <a:lnTo>
                    <a:pt x="10613294" y="402494"/>
                  </a:lnTo>
                  <a:lnTo>
                    <a:pt x="10575428" y="428025"/>
                  </a:lnTo>
                  <a:lnTo>
                    <a:pt x="10529062" y="437387"/>
                  </a:lnTo>
                  <a:lnTo>
                    <a:pt x="119100" y="437387"/>
                  </a:lnTo>
                  <a:lnTo>
                    <a:pt x="72743" y="428025"/>
                  </a:lnTo>
                  <a:lnTo>
                    <a:pt x="34885" y="402494"/>
                  </a:lnTo>
                  <a:lnTo>
                    <a:pt x="9360" y="364628"/>
                  </a:lnTo>
                  <a:lnTo>
                    <a:pt x="0" y="318261"/>
                  </a:lnTo>
                  <a:lnTo>
                    <a:pt x="0" y="119125"/>
                  </a:lnTo>
                  <a:close/>
                </a:path>
              </a:pathLst>
            </a:custGeom>
            <a:ln w="12192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23544" y="4547615"/>
              <a:ext cx="5229225" cy="437515"/>
            </a:xfrm>
            <a:custGeom>
              <a:avLst/>
              <a:gdLst/>
              <a:ahLst/>
              <a:cxnLst/>
              <a:rect l="l" t="t" r="r" b="b"/>
              <a:pathLst>
                <a:path w="5229225" h="437514">
                  <a:moveTo>
                    <a:pt x="5109718" y="0"/>
                  </a:moveTo>
                  <a:lnTo>
                    <a:pt x="119100" y="0"/>
                  </a:lnTo>
                  <a:lnTo>
                    <a:pt x="72743" y="9362"/>
                  </a:lnTo>
                  <a:lnTo>
                    <a:pt x="34885" y="34893"/>
                  </a:lnTo>
                  <a:lnTo>
                    <a:pt x="9360" y="72759"/>
                  </a:lnTo>
                  <a:lnTo>
                    <a:pt x="0" y="119125"/>
                  </a:lnTo>
                  <a:lnTo>
                    <a:pt x="0" y="318261"/>
                  </a:lnTo>
                  <a:lnTo>
                    <a:pt x="9360" y="364628"/>
                  </a:lnTo>
                  <a:lnTo>
                    <a:pt x="34885" y="402494"/>
                  </a:lnTo>
                  <a:lnTo>
                    <a:pt x="72743" y="428025"/>
                  </a:lnTo>
                  <a:lnTo>
                    <a:pt x="119100" y="437387"/>
                  </a:lnTo>
                  <a:lnTo>
                    <a:pt x="5109718" y="437387"/>
                  </a:lnTo>
                  <a:lnTo>
                    <a:pt x="5156084" y="428025"/>
                  </a:lnTo>
                  <a:lnTo>
                    <a:pt x="5193950" y="402494"/>
                  </a:lnTo>
                  <a:lnTo>
                    <a:pt x="5219481" y="364628"/>
                  </a:lnTo>
                  <a:lnTo>
                    <a:pt x="5228844" y="318261"/>
                  </a:lnTo>
                  <a:lnTo>
                    <a:pt x="5228844" y="119125"/>
                  </a:lnTo>
                  <a:lnTo>
                    <a:pt x="5219481" y="72759"/>
                  </a:lnTo>
                  <a:lnTo>
                    <a:pt x="5193950" y="34893"/>
                  </a:lnTo>
                  <a:lnTo>
                    <a:pt x="5156084" y="9362"/>
                  </a:lnTo>
                  <a:lnTo>
                    <a:pt x="5109718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23544" y="4547615"/>
              <a:ext cx="5229225" cy="437515"/>
            </a:xfrm>
            <a:custGeom>
              <a:avLst/>
              <a:gdLst/>
              <a:ahLst/>
              <a:cxnLst/>
              <a:rect l="l" t="t" r="r" b="b"/>
              <a:pathLst>
                <a:path w="5229225" h="437514">
                  <a:moveTo>
                    <a:pt x="0" y="119125"/>
                  </a:moveTo>
                  <a:lnTo>
                    <a:pt x="9360" y="72759"/>
                  </a:lnTo>
                  <a:lnTo>
                    <a:pt x="34885" y="34893"/>
                  </a:lnTo>
                  <a:lnTo>
                    <a:pt x="72743" y="9362"/>
                  </a:lnTo>
                  <a:lnTo>
                    <a:pt x="119100" y="0"/>
                  </a:lnTo>
                  <a:lnTo>
                    <a:pt x="5109718" y="0"/>
                  </a:lnTo>
                  <a:lnTo>
                    <a:pt x="5156084" y="9362"/>
                  </a:lnTo>
                  <a:lnTo>
                    <a:pt x="5193950" y="34893"/>
                  </a:lnTo>
                  <a:lnTo>
                    <a:pt x="5219481" y="72759"/>
                  </a:lnTo>
                  <a:lnTo>
                    <a:pt x="5228844" y="119125"/>
                  </a:lnTo>
                  <a:lnTo>
                    <a:pt x="5228844" y="318261"/>
                  </a:lnTo>
                  <a:lnTo>
                    <a:pt x="5219481" y="364628"/>
                  </a:lnTo>
                  <a:lnTo>
                    <a:pt x="5193950" y="402494"/>
                  </a:lnTo>
                  <a:lnTo>
                    <a:pt x="5156084" y="428025"/>
                  </a:lnTo>
                  <a:lnTo>
                    <a:pt x="5109718" y="437387"/>
                  </a:lnTo>
                  <a:lnTo>
                    <a:pt x="119100" y="437387"/>
                  </a:lnTo>
                  <a:lnTo>
                    <a:pt x="72743" y="428025"/>
                  </a:lnTo>
                  <a:lnTo>
                    <a:pt x="34885" y="402494"/>
                  </a:lnTo>
                  <a:lnTo>
                    <a:pt x="9360" y="364628"/>
                  </a:lnTo>
                  <a:lnTo>
                    <a:pt x="0" y="318261"/>
                  </a:lnTo>
                  <a:lnTo>
                    <a:pt x="0" y="119125"/>
                  </a:lnTo>
                  <a:close/>
                </a:path>
              </a:pathLst>
            </a:custGeom>
            <a:ln w="12192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64807" y="4527803"/>
              <a:ext cx="5229225" cy="437515"/>
            </a:xfrm>
            <a:custGeom>
              <a:avLst/>
              <a:gdLst/>
              <a:ahLst/>
              <a:cxnLst/>
              <a:rect l="l" t="t" r="r" b="b"/>
              <a:pathLst>
                <a:path w="5229225" h="437514">
                  <a:moveTo>
                    <a:pt x="5109718" y="0"/>
                  </a:moveTo>
                  <a:lnTo>
                    <a:pt x="119125" y="0"/>
                  </a:lnTo>
                  <a:lnTo>
                    <a:pt x="72759" y="9362"/>
                  </a:lnTo>
                  <a:lnTo>
                    <a:pt x="34893" y="34893"/>
                  </a:lnTo>
                  <a:lnTo>
                    <a:pt x="9362" y="72759"/>
                  </a:lnTo>
                  <a:lnTo>
                    <a:pt x="0" y="119126"/>
                  </a:lnTo>
                  <a:lnTo>
                    <a:pt x="0" y="318262"/>
                  </a:lnTo>
                  <a:lnTo>
                    <a:pt x="9362" y="364628"/>
                  </a:lnTo>
                  <a:lnTo>
                    <a:pt x="34893" y="402494"/>
                  </a:lnTo>
                  <a:lnTo>
                    <a:pt x="72759" y="428025"/>
                  </a:lnTo>
                  <a:lnTo>
                    <a:pt x="119125" y="437388"/>
                  </a:lnTo>
                  <a:lnTo>
                    <a:pt x="5109718" y="437388"/>
                  </a:lnTo>
                  <a:lnTo>
                    <a:pt x="5156084" y="428025"/>
                  </a:lnTo>
                  <a:lnTo>
                    <a:pt x="5193950" y="402494"/>
                  </a:lnTo>
                  <a:lnTo>
                    <a:pt x="5219481" y="364628"/>
                  </a:lnTo>
                  <a:lnTo>
                    <a:pt x="5228844" y="318262"/>
                  </a:lnTo>
                  <a:lnTo>
                    <a:pt x="5228844" y="119126"/>
                  </a:lnTo>
                  <a:lnTo>
                    <a:pt x="5219481" y="72759"/>
                  </a:lnTo>
                  <a:lnTo>
                    <a:pt x="5193950" y="34893"/>
                  </a:lnTo>
                  <a:lnTo>
                    <a:pt x="5156084" y="9362"/>
                  </a:lnTo>
                  <a:lnTo>
                    <a:pt x="5109718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464807" y="4527803"/>
              <a:ext cx="5229225" cy="437515"/>
            </a:xfrm>
            <a:custGeom>
              <a:avLst/>
              <a:gdLst/>
              <a:ahLst/>
              <a:cxnLst/>
              <a:rect l="l" t="t" r="r" b="b"/>
              <a:pathLst>
                <a:path w="5229225" h="437514">
                  <a:moveTo>
                    <a:pt x="0" y="119126"/>
                  </a:moveTo>
                  <a:lnTo>
                    <a:pt x="9362" y="72759"/>
                  </a:lnTo>
                  <a:lnTo>
                    <a:pt x="34893" y="34893"/>
                  </a:lnTo>
                  <a:lnTo>
                    <a:pt x="72759" y="9362"/>
                  </a:lnTo>
                  <a:lnTo>
                    <a:pt x="119125" y="0"/>
                  </a:lnTo>
                  <a:lnTo>
                    <a:pt x="5109718" y="0"/>
                  </a:lnTo>
                  <a:lnTo>
                    <a:pt x="5156084" y="9362"/>
                  </a:lnTo>
                  <a:lnTo>
                    <a:pt x="5193950" y="34893"/>
                  </a:lnTo>
                  <a:lnTo>
                    <a:pt x="5219481" y="72759"/>
                  </a:lnTo>
                  <a:lnTo>
                    <a:pt x="5228844" y="119126"/>
                  </a:lnTo>
                  <a:lnTo>
                    <a:pt x="5228844" y="318262"/>
                  </a:lnTo>
                  <a:lnTo>
                    <a:pt x="5219481" y="364628"/>
                  </a:lnTo>
                  <a:lnTo>
                    <a:pt x="5193950" y="402494"/>
                  </a:lnTo>
                  <a:lnTo>
                    <a:pt x="5156084" y="428025"/>
                  </a:lnTo>
                  <a:lnTo>
                    <a:pt x="5109718" y="437388"/>
                  </a:lnTo>
                  <a:lnTo>
                    <a:pt x="119125" y="437388"/>
                  </a:lnTo>
                  <a:lnTo>
                    <a:pt x="72759" y="428025"/>
                  </a:lnTo>
                  <a:lnTo>
                    <a:pt x="34893" y="402494"/>
                  </a:lnTo>
                  <a:lnTo>
                    <a:pt x="9362" y="364628"/>
                  </a:lnTo>
                  <a:lnTo>
                    <a:pt x="0" y="318262"/>
                  </a:lnTo>
                  <a:lnTo>
                    <a:pt x="0" y="119126"/>
                  </a:lnTo>
                  <a:close/>
                </a:path>
              </a:pathLst>
            </a:custGeom>
            <a:ln w="12192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748995" y="1088847"/>
            <a:ext cx="1609090" cy="346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00" b="0">
                <a:latin typeface="Malgun Gothic Semilight"/>
                <a:cs typeface="Malgun Gothic Semilight"/>
              </a:rPr>
              <a:t>Team</a:t>
            </a:r>
            <a:r>
              <a:rPr dirty="0" sz="2100" spc="200" b="0">
                <a:latin typeface="Malgun Gothic Semilight"/>
                <a:cs typeface="Malgun Gothic Semilight"/>
              </a:rPr>
              <a:t> </a:t>
            </a:r>
            <a:r>
              <a:rPr dirty="0" sz="2100" spc="45" b="0">
                <a:latin typeface="Malgun Gothic Semilight"/>
                <a:cs typeface="Malgun Gothic Semilight"/>
              </a:rPr>
              <a:t>Details</a:t>
            </a:r>
            <a:endParaRPr sz="2100">
              <a:latin typeface="Malgun Gothic Semilight"/>
              <a:cs typeface="Malgun Gothic Semiligh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065134" y="1233932"/>
            <a:ext cx="8978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Team</a:t>
            </a:r>
            <a:r>
              <a:rPr dirty="0" sz="1200" spc="11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-20">
                <a:solidFill>
                  <a:srgbClr val="ADFF82"/>
                </a:solidFill>
                <a:latin typeface="Malgun Gothic Semilight"/>
                <a:cs typeface="Malgun Gothic Semilight"/>
              </a:rPr>
              <a:t>Name:</a:t>
            </a:r>
            <a:endParaRPr sz="1200">
              <a:latin typeface="Malgun Gothic Semilight"/>
              <a:cs typeface="Malgun Gothic Semiligh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59053" y="1837181"/>
            <a:ext cx="419734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ADFF82"/>
                </a:solidFill>
                <a:latin typeface="Malgun Gothic Semilight"/>
                <a:cs typeface="Malgun Gothic Semilight"/>
              </a:rPr>
              <a:t>SR.</a:t>
            </a:r>
            <a:r>
              <a:rPr dirty="0" sz="1000" spc="-25">
                <a:solidFill>
                  <a:srgbClr val="ADFF82"/>
                </a:solidFill>
                <a:latin typeface="Malgun Gothic Semilight"/>
                <a:cs typeface="Malgun Gothic Semilight"/>
              </a:rPr>
              <a:t> NO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862073" y="1837181"/>
            <a:ext cx="3359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ADFF82"/>
                </a:solidFill>
                <a:latin typeface="Malgun Gothic Semilight"/>
                <a:cs typeface="Malgun Gothic Semilight"/>
              </a:rPr>
              <a:t>ROLE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067936" y="1837181"/>
            <a:ext cx="3784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solidFill>
                  <a:srgbClr val="ADFF82"/>
                </a:solidFill>
                <a:latin typeface="Malgun Gothic Semilight"/>
                <a:cs typeface="Malgun Gothic Semilight"/>
              </a:rPr>
              <a:t>NAME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8480552" y="1837181"/>
            <a:ext cx="1048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ADFF82"/>
                </a:solidFill>
                <a:latin typeface="Malgun Gothic Semilight"/>
                <a:cs typeface="Malgun Gothic Semilight"/>
              </a:rPr>
              <a:t>ACADE</a:t>
            </a:r>
            <a:r>
              <a:rPr dirty="0" sz="1000" spc="-16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>
                <a:solidFill>
                  <a:srgbClr val="ADFF82"/>
                </a:solidFill>
                <a:latin typeface="Malgun Gothic Semilight"/>
                <a:cs typeface="Malgun Gothic Semilight"/>
              </a:rPr>
              <a:t>MIC</a:t>
            </a:r>
            <a:r>
              <a:rPr dirty="0" sz="1000" spc="21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>
                <a:solidFill>
                  <a:srgbClr val="ADFF82"/>
                </a:solidFill>
                <a:latin typeface="Malgun Gothic Semilight"/>
                <a:cs typeface="Malgun Gothic Semilight"/>
              </a:rPr>
              <a:t>YE</a:t>
            </a:r>
            <a:r>
              <a:rPr dirty="0" sz="1000" spc="-13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25">
                <a:solidFill>
                  <a:srgbClr val="ADFF82"/>
                </a:solidFill>
                <a:latin typeface="Malgun Gothic Semilight"/>
                <a:cs typeface="Malgun Gothic Semilight"/>
              </a:rPr>
              <a:t>AR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59053" y="2266950"/>
            <a:ext cx="78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50">
                <a:solidFill>
                  <a:srgbClr val="DFDFDF"/>
                </a:solidFill>
                <a:latin typeface="Malgun Gothic Semilight"/>
                <a:cs typeface="Malgun Gothic Semilight"/>
              </a:rPr>
              <a:t>1</a:t>
            </a:r>
            <a:endParaRPr sz="1100">
              <a:latin typeface="Malgun Gothic Semilight"/>
              <a:cs typeface="Malgun Gothic Semilight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766559" y="3252215"/>
            <a:ext cx="5873750" cy="1170940"/>
            <a:chOff x="766559" y="3252215"/>
            <a:chExt cx="5873750" cy="1170940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1799" y="3252215"/>
              <a:ext cx="152412" cy="15240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6559" y="4270247"/>
              <a:ext cx="152412" cy="1524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87667" y="4215383"/>
              <a:ext cx="152412" cy="152400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1052474" y="4215129"/>
            <a:ext cx="25031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TE</a:t>
            </a:r>
            <a:r>
              <a:rPr dirty="0" sz="1200" spc="-14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AM</a:t>
            </a:r>
            <a:r>
              <a:rPr dirty="0" sz="1200" spc="12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50">
                <a:solidFill>
                  <a:srgbClr val="ADFF82"/>
                </a:solidFill>
                <a:latin typeface="Malgun Gothic Semilight"/>
                <a:cs typeface="Malgun Gothic Semilight"/>
              </a:rPr>
              <a:t>LE</a:t>
            </a:r>
            <a:r>
              <a:rPr dirty="0" sz="1200" spc="-14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ADER</a:t>
            </a:r>
            <a:r>
              <a:rPr dirty="0" sz="1200" spc="25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CONTACT</a:t>
            </a:r>
            <a:r>
              <a:rPr dirty="0" sz="1200" spc="22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-10">
                <a:solidFill>
                  <a:srgbClr val="ADFF82"/>
                </a:solidFill>
                <a:latin typeface="Malgun Gothic Semilight"/>
                <a:cs typeface="Malgun Gothic Semilight"/>
              </a:rPr>
              <a:t>NUMBER</a:t>
            </a:r>
            <a:endParaRPr sz="1200">
              <a:latin typeface="Malgun Gothic Semilight"/>
              <a:cs typeface="Malgun Gothic Semilight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6738873" y="4189221"/>
            <a:ext cx="22885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TE</a:t>
            </a:r>
            <a:r>
              <a:rPr dirty="0" sz="1200" spc="-14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AM</a:t>
            </a:r>
            <a:r>
              <a:rPr dirty="0" sz="1200" spc="12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50">
                <a:solidFill>
                  <a:srgbClr val="ADFF82"/>
                </a:solidFill>
                <a:latin typeface="Malgun Gothic Semilight"/>
                <a:cs typeface="Malgun Gothic Semilight"/>
              </a:rPr>
              <a:t>LE</a:t>
            </a:r>
            <a:r>
              <a:rPr dirty="0" sz="1200" spc="-15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ADER</a:t>
            </a:r>
            <a:r>
              <a:rPr dirty="0" sz="1200" spc="250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EMAIL</a:t>
            </a:r>
            <a:r>
              <a:rPr dirty="0" sz="1200" spc="22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-10">
                <a:solidFill>
                  <a:srgbClr val="ADFF82"/>
                </a:solidFill>
                <a:latin typeface="Malgun Gothic Semilight"/>
                <a:cs typeface="Malgun Gothic Semilight"/>
              </a:rPr>
              <a:t>ADDRESS</a:t>
            </a:r>
            <a:endParaRPr sz="1200">
              <a:latin typeface="Malgun Gothic Semilight"/>
              <a:cs typeface="Malgun Gothic Semilight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9332721" y="1226261"/>
            <a:ext cx="62801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NEXUS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4067936" y="2222703"/>
            <a:ext cx="190881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Annie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Darling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Kanmani</a:t>
            </a:r>
            <a:r>
              <a:rPr dirty="0" sz="14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836673" y="2245613"/>
            <a:ext cx="72605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656070" algn="l"/>
              </a:tabLst>
            </a:pPr>
            <a:r>
              <a:rPr dirty="0" sz="1400" spc="-25" b="1">
                <a:solidFill>
                  <a:srgbClr val="DFDFDF"/>
                </a:solidFill>
                <a:latin typeface="Times New Roman"/>
                <a:cs typeface="Times New Roman"/>
              </a:rPr>
              <a:t>Team</a:t>
            </a:r>
            <a:r>
              <a:rPr dirty="0" sz="1400" spc="-60" b="1">
                <a:solidFill>
                  <a:srgbClr val="DFDFD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DFDFDF"/>
                </a:solidFill>
                <a:latin typeface="Times New Roman"/>
                <a:cs typeface="Times New Roman"/>
              </a:rPr>
              <a:t>Leader</a:t>
            </a:r>
            <a:r>
              <a:rPr dirty="0" sz="1400" b="1">
                <a:solidFill>
                  <a:srgbClr val="DFDFD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24691" sz="1350">
                <a:solidFill>
                  <a:srgbClr val="FFFFFF"/>
                </a:solidFill>
                <a:latin typeface="Times New Roman"/>
                <a:cs typeface="Times New Roman"/>
              </a:rPr>
              <a:t>rd</a:t>
            </a:r>
            <a:r>
              <a:rPr dirty="0" baseline="24691" sz="1350" spc="12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81449" y="2700604"/>
            <a:ext cx="11430000" cy="11550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90220">
              <a:lnSpc>
                <a:spcPct val="100000"/>
              </a:lnSpc>
              <a:spcBef>
                <a:spcPts val="105"/>
              </a:spcBef>
              <a:tabLst>
                <a:tab pos="1593215" algn="l"/>
                <a:tab pos="3798570" algn="l"/>
                <a:tab pos="8211184" algn="l"/>
              </a:tabLst>
            </a:pPr>
            <a:r>
              <a:rPr dirty="0" baseline="7575" sz="1650" spc="-75">
                <a:solidFill>
                  <a:srgbClr val="DFDFDF"/>
                </a:solidFill>
                <a:latin typeface="Malgun Gothic Semilight"/>
                <a:cs typeface="Malgun Gothic Semilight"/>
              </a:rPr>
              <a:t>2</a:t>
            </a:r>
            <a:r>
              <a:rPr dirty="0" baseline="7575" sz="1650">
                <a:solidFill>
                  <a:srgbClr val="DFDFDF"/>
                </a:solidFill>
                <a:latin typeface="Malgun Gothic Semilight"/>
                <a:cs typeface="Malgun Gothic Semilight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1984" sz="2100">
                <a:solidFill>
                  <a:srgbClr val="FFFFFF"/>
                </a:solidFill>
                <a:latin typeface="Times New Roman"/>
                <a:cs typeface="Times New Roman"/>
              </a:rPr>
              <a:t>Mridulaa</a:t>
            </a:r>
            <a:r>
              <a:rPr dirty="0" baseline="1984" sz="2100" spc="-67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984" sz="2100" spc="-15">
                <a:solidFill>
                  <a:srgbClr val="FFFFFF"/>
                </a:solidFill>
                <a:latin typeface="Times New Roman"/>
                <a:cs typeface="Times New Roman"/>
              </a:rPr>
              <a:t>Kishore</a:t>
            </a:r>
            <a:r>
              <a:rPr dirty="0" baseline="1984" sz="21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baseline="24691" sz="1350">
                <a:solidFill>
                  <a:srgbClr val="FFFFFF"/>
                </a:solidFill>
                <a:latin typeface="Times New Roman"/>
                <a:cs typeface="Times New Roman"/>
              </a:rPr>
              <a:t>rd</a:t>
            </a:r>
            <a:r>
              <a:rPr dirty="0" baseline="24691" sz="135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Year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0"/>
              </a:spcBef>
            </a:pPr>
            <a:endParaRPr sz="1400">
              <a:latin typeface="Times New Roman"/>
              <a:cs typeface="Times New Roman"/>
            </a:endParaRPr>
          </a:p>
          <a:p>
            <a:pPr marL="77089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COL</a:t>
            </a:r>
            <a:r>
              <a:rPr dirty="0" sz="1200" spc="-18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-10">
                <a:solidFill>
                  <a:srgbClr val="ADFF82"/>
                </a:solidFill>
                <a:latin typeface="Malgun Gothic Semilight"/>
                <a:cs typeface="Malgun Gothic Semilight"/>
              </a:rPr>
              <a:t>L</a:t>
            </a:r>
            <a:r>
              <a:rPr dirty="0" sz="1200" spc="-15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>
                <a:solidFill>
                  <a:srgbClr val="ADFF82"/>
                </a:solidFill>
                <a:latin typeface="Malgun Gothic Semilight"/>
                <a:cs typeface="Malgun Gothic Semilight"/>
              </a:rPr>
              <a:t>E</a:t>
            </a:r>
            <a:r>
              <a:rPr dirty="0" sz="1200" spc="-14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50">
                <a:solidFill>
                  <a:srgbClr val="ADFF82"/>
                </a:solidFill>
                <a:latin typeface="Malgun Gothic Semilight"/>
                <a:cs typeface="Malgun Gothic Semilight"/>
              </a:rPr>
              <a:t>GE</a:t>
            </a:r>
            <a:r>
              <a:rPr dirty="0" sz="1200" spc="245">
                <a:solidFill>
                  <a:srgbClr val="ADFF82"/>
                </a:solidFill>
                <a:latin typeface="Malgun Gothic Semilight"/>
                <a:cs typeface="Malgun Gothic Semilight"/>
              </a:rPr>
              <a:t> </a:t>
            </a:r>
            <a:r>
              <a:rPr dirty="0" sz="1200" spc="-20">
                <a:solidFill>
                  <a:srgbClr val="ADFF82"/>
                </a:solidFill>
                <a:latin typeface="Malgun Gothic Semilight"/>
                <a:cs typeface="Malgun Gothic Semilight"/>
              </a:rPr>
              <a:t>NAME</a:t>
            </a:r>
            <a:endParaRPr sz="1200">
              <a:latin typeface="Malgun Gothic Semilight"/>
              <a:cs typeface="Malgun Gothic Semilight"/>
            </a:endParaRPr>
          </a:p>
          <a:p>
            <a:pPr marL="965835">
              <a:lnSpc>
                <a:spcPct val="100000"/>
              </a:lnSpc>
              <a:spcBef>
                <a:spcPts val="161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SRM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Madurai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College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Engineering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Technology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247546" y="4642230"/>
            <a:ext cx="12268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+91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7845242804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6902195" y="4621784"/>
            <a:ext cx="2002789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  <a:hlinkClick r:id="rId9"/>
              </a:rPr>
              <a:t>anniedarling60@gmail.com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713638" y="5486806"/>
            <a:ext cx="16554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87E454"/>
                </a:solidFill>
                <a:latin typeface="Malgun Gothic Semilight"/>
                <a:cs typeface="Malgun Gothic Semilight"/>
              </a:rPr>
              <a:t>GitHub</a:t>
            </a:r>
            <a:r>
              <a:rPr dirty="0" sz="1500" spc="270">
                <a:solidFill>
                  <a:srgbClr val="87E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87E454"/>
                </a:solidFill>
                <a:latin typeface="Malgun Gothic Semilight"/>
                <a:cs typeface="Malgun Gothic Semilight"/>
              </a:rPr>
              <a:t>Repos</a:t>
            </a:r>
            <a:r>
              <a:rPr dirty="0" sz="1500" spc="-114">
                <a:solidFill>
                  <a:srgbClr val="87E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20">
                <a:solidFill>
                  <a:srgbClr val="87E454"/>
                </a:solidFill>
                <a:latin typeface="Malgun Gothic Semilight"/>
                <a:cs typeface="Malgun Gothic Semilight"/>
              </a:rPr>
              <a:t>itory</a:t>
            </a:r>
            <a:endParaRPr sz="1500">
              <a:latin typeface="Malgun Gothic Semilight"/>
              <a:cs typeface="Malgun Gothic Semilight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0" y="5100828"/>
            <a:ext cx="11753850" cy="1668780"/>
            <a:chOff x="0" y="5100828"/>
            <a:chExt cx="11753850" cy="1668780"/>
          </a:xfrm>
        </p:grpSpPr>
        <p:sp>
          <p:nvSpPr>
            <p:cNvPr id="49" name="object 49" descr=""/>
            <p:cNvSpPr/>
            <p:nvPr/>
          </p:nvSpPr>
          <p:spPr>
            <a:xfrm>
              <a:off x="2781300" y="5237988"/>
              <a:ext cx="8966200" cy="669290"/>
            </a:xfrm>
            <a:custGeom>
              <a:avLst/>
              <a:gdLst/>
              <a:ahLst/>
              <a:cxnLst/>
              <a:rect l="l" t="t" r="r" b="b"/>
              <a:pathLst>
                <a:path w="8966200" h="669289">
                  <a:moveTo>
                    <a:pt x="8832088" y="0"/>
                  </a:moveTo>
                  <a:lnTo>
                    <a:pt x="133604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3"/>
                  </a:lnTo>
                  <a:lnTo>
                    <a:pt x="0" y="535406"/>
                  </a:lnTo>
                  <a:lnTo>
                    <a:pt x="6811" y="577643"/>
                  </a:lnTo>
                  <a:lnTo>
                    <a:pt x="25777" y="614325"/>
                  </a:lnTo>
                  <a:lnTo>
                    <a:pt x="54699" y="643252"/>
                  </a:lnTo>
                  <a:lnTo>
                    <a:pt x="91374" y="662223"/>
                  </a:lnTo>
                  <a:lnTo>
                    <a:pt x="133604" y="669036"/>
                  </a:lnTo>
                  <a:lnTo>
                    <a:pt x="8832088" y="669036"/>
                  </a:lnTo>
                  <a:lnTo>
                    <a:pt x="8874317" y="662223"/>
                  </a:lnTo>
                  <a:lnTo>
                    <a:pt x="8910992" y="643252"/>
                  </a:lnTo>
                  <a:lnTo>
                    <a:pt x="8939914" y="614325"/>
                  </a:lnTo>
                  <a:lnTo>
                    <a:pt x="8958880" y="577643"/>
                  </a:lnTo>
                  <a:lnTo>
                    <a:pt x="8965692" y="535406"/>
                  </a:lnTo>
                  <a:lnTo>
                    <a:pt x="8965692" y="133603"/>
                  </a:lnTo>
                  <a:lnTo>
                    <a:pt x="8958880" y="91374"/>
                  </a:lnTo>
                  <a:lnTo>
                    <a:pt x="8939914" y="54699"/>
                  </a:lnTo>
                  <a:lnTo>
                    <a:pt x="8910992" y="25777"/>
                  </a:lnTo>
                  <a:lnTo>
                    <a:pt x="8874317" y="6811"/>
                  </a:lnTo>
                  <a:lnTo>
                    <a:pt x="8832088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781300" y="5237988"/>
              <a:ext cx="8966200" cy="669290"/>
            </a:xfrm>
            <a:custGeom>
              <a:avLst/>
              <a:gdLst/>
              <a:ahLst/>
              <a:cxnLst/>
              <a:rect l="l" t="t" r="r" b="b"/>
              <a:pathLst>
                <a:path w="8966200" h="669289">
                  <a:moveTo>
                    <a:pt x="0" y="133603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4" y="0"/>
                  </a:lnTo>
                  <a:lnTo>
                    <a:pt x="8832088" y="0"/>
                  </a:lnTo>
                  <a:lnTo>
                    <a:pt x="8874317" y="6811"/>
                  </a:lnTo>
                  <a:lnTo>
                    <a:pt x="8910992" y="25777"/>
                  </a:lnTo>
                  <a:lnTo>
                    <a:pt x="8939914" y="54699"/>
                  </a:lnTo>
                  <a:lnTo>
                    <a:pt x="8958880" y="91374"/>
                  </a:lnTo>
                  <a:lnTo>
                    <a:pt x="8965692" y="133603"/>
                  </a:lnTo>
                  <a:lnTo>
                    <a:pt x="8965692" y="535406"/>
                  </a:lnTo>
                  <a:lnTo>
                    <a:pt x="8958880" y="577643"/>
                  </a:lnTo>
                  <a:lnTo>
                    <a:pt x="8939914" y="614325"/>
                  </a:lnTo>
                  <a:lnTo>
                    <a:pt x="8910992" y="643252"/>
                  </a:lnTo>
                  <a:lnTo>
                    <a:pt x="8874317" y="662223"/>
                  </a:lnTo>
                  <a:lnTo>
                    <a:pt x="8832088" y="669036"/>
                  </a:lnTo>
                  <a:lnTo>
                    <a:pt x="133604" y="669036"/>
                  </a:lnTo>
                  <a:lnTo>
                    <a:pt x="91374" y="662223"/>
                  </a:lnTo>
                  <a:lnTo>
                    <a:pt x="54699" y="643252"/>
                  </a:lnTo>
                  <a:lnTo>
                    <a:pt x="25777" y="614325"/>
                  </a:lnTo>
                  <a:lnTo>
                    <a:pt x="6811" y="577643"/>
                  </a:lnTo>
                  <a:lnTo>
                    <a:pt x="0" y="535406"/>
                  </a:lnTo>
                  <a:lnTo>
                    <a:pt x="0" y="133603"/>
                  </a:lnTo>
                  <a:close/>
                </a:path>
              </a:pathLst>
            </a:custGeom>
            <a:ln w="12192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5100828"/>
              <a:ext cx="652360" cy="940320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92202" y="5267706"/>
              <a:ext cx="414655" cy="640080"/>
            </a:xfrm>
            <a:custGeom>
              <a:avLst/>
              <a:gdLst/>
              <a:ahLst/>
              <a:cxnLst/>
              <a:rect l="l" t="t" r="r" b="b"/>
              <a:pathLst>
                <a:path w="414655" h="640079">
                  <a:moveTo>
                    <a:pt x="207264" y="0"/>
                  </a:moveTo>
                  <a:lnTo>
                    <a:pt x="134944" y="20018"/>
                  </a:lnTo>
                  <a:lnTo>
                    <a:pt x="102655" y="43688"/>
                  </a:lnTo>
                  <a:lnTo>
                    <a:pt x="73727" y="75259"/>
                  </a:lnTo>
                  <a:lnTo>
                    <a:pt x="48747" y="113829"/>
                  </a:lnTo>
                  <a:lnTo>
                    <a:pt x="28298" y="158496"/>
                  </a:lnTo>
                  <a:lnTo>
                    <a:pt x="12967" y="208355"/>
                  </a:lnTo>
                  <a:lnTo>
                    <a:pt x="3339" y="262504"/>
                  </a:lnTo>
                  <a:lnTo>
                    <a:pt x="0" y="320040"/>
                  </a:lnTo>
                  <a:lnTo>
                    <a:pt x="3339" y="377569"/>
                  </a:lnTo>
                  <a:lnTo>
                    <a:pt x="12967" y="431714"/>
                  </a:lnTo>
                  <a:lnTo>
                    <a:pt x="28298" y="481572"/>
                  </a:lnTo>
                  <a:lnTo>
                    <a:pt x="48747" y="526239"/>
                  </a:lnTo>
                  <a:lnTo>
                    <a:pt x="73727" y="564812"/>
                  </a:lnTo>
                  <a:lnTo>
                    <a:pt x="102655" y="596386"/>
                  </a:lnTo>
                  <a:lnTo>
                    <a:pt x="134944" y="620058"/>
                  </a:lnTo>
                  <a:lnTo>
                    <a:pt x="207264" y="640080"/>
                  </a:lnTo>
                  <a:lnTo>
                    <a:pt x="244519" y="634923"/>
                  </a:lnTo>
                  <a:lnTo>
                    <a:pt x="311872" y="596386"/>
                  </a:lnTo>
                  <a:lnTo>
                    <a:pt x="340800" y="564812"/>
                  </a:lnTo>
                  <a:lnTo>
                    <a:pt x="365780" y="526239"/>
                  </a:lnTo>
                  <a:lnTo>
                    <a:pt x="386229" y="481572"/>
                  </a:lnTo>
                  <a:lnTo>
                    <a:pt x="401560" y="431714"/>
                  </a:lnTo>
                  <a:lnTo>
                    <a:pt x="411188" y="377569"/>
                  </a:lnTo>
                  <a:lnTo>
                    <a:pt x="414528" y="320040"/>
                  </a:lnTo>
                  <a:lnTo>
                    <a:pt x="411188" y="262504"/>
                  </a:lnTo>
                  <a:lnTo>
                    <a:pt x="401560" y="208355"/>
                  </a:lnTo>
                  <a:lnTo>
                    <a:pt x="386229" y="158496"/>
                  </a:lnTo>
                  <a:lnTo>
                    <a:pt x="365780" y="113829"/>
                  </a:lnTo>
                  <a:lnTo>
                    <a:pt x="340800" y="75259"/>
                  </a:lnTo>
                  <a:lnTo>
                    <a:pt x="311872" y="43688"/>
                  </a:lnTo>
                  <a:lnTo>
                    <a:pt x="279583" y="20018"/>
                  </a:lnTo>
                  <a:lnTo>
                    <a:pt x="207264" y="0"/>
                  </a:lnTo>
                  <a:close/>
                </a:path>
              </a:pathLst>
            </a:custGeom>
            <a:solidFill>
              <a:srgbClr val="273383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2202" y="5267706"/>
              <a:ext cx="414655" cy="640080"/>
            </a:xfrm>
            <a:custGeom>
              <a:avLst/>
              <a:gdLst/>
              <a:ahLst/>
              <a:cxnLst/>
              <a:rect l="l" t="t" r="r" b="b"/>
              <a:pathLst>
                <a:path w="414655" h="640079">
                  <a:moveTo>
                    <a:pt x="0" y="320040"/>
                  </a:moveTo>
                  <a:lnTo>
                    <a:pt x="3339" y="262504"/>
                  </a:lnTo>
                  <a:lnTo>
                    <a:pt x="12967" y="208355"/>
                  </a:lnTo>
                  <a:lnTo>
                    <a:pt x="28298" y="158496"/>
                  </a:lnTo>
                  <a:lnTo>
                    <a:pt x="48747" y="113829"/>
                  </a:lnTo>
                  <a:lnTo>
                    <a:pt x="73727" y="75259"/>
                  </a:lnTo>
                  <a:lnTo>
                    <a:pt x="102655" y="43688"/>
                  </a:lnTo>
                  <a:lnTo>
                    <a:pt x="134944" y="20018"/>
                  </a:lnTo>
                  <a:lnTo>
                    <a:pt x="207264" y="0"/>
                  </a:lnTo>
                  <a:lnTo>
                    <a:pt x="244519" y="5155"/>
                  </a:lnTo>
                  <a:lnTo>
                    <a:pt x="311872" y="43688"/>
                  </a:lnTo>
                  <a:lnTo>
                    <a:pt x="340800" y="75259"/>
                  </a:lnTo>
                  <a:lnTo>
                    <a:pt x="365780" y="113829"/>
                  </a:lnTo>
                  <a:lnTo>
                    <a:pt x="386229" y="158496"/>
                  </a:lnTo>
                  <a:lnTo>
                    <a:pt x="401560" y="208355"/>
                  </a:lnTo>
                  <a:lnTo>
                    <a:pt x="411188" y="262504"/>
                  </a:lnTo>
                  <a:lnTo>
                    <a:pt x="414528" y="320040"/>
                  </a:lnTo>
                  <a:lnTo>
                    <a:pt x="411188" y="377569"/>
                  </a:lnTo>
                  <a:lnTo>
                    <a:pt x="401560" y="431714"/>
                  </a:lnTo>
                  <a:lnTo>
                    <a:pt x="386229" y="481572"/>
                  </a:lnTo>
                  <a:lnTo>
                    <a:pt x="365780" y="526239"/>
                  </a:lnTo>
                  <a:lnTo>
                    <a:pt x="340800" y="564812"/>
                  </a:lnTo>
                  <a:lnTo>
                    <a:pt x="311872" y="596386"/>
                  </a:lnTo>
                  <a:lnTo>
                    <a:pt x="279583" y="620058"/>
                  </a:lnTo>
                  <a:lnTo>
                    <a:pt x="207264" y="640080"/>
                  </a:lnTo>
                  <a:lnTo>
                    <a:pt x="170008" y="634923"/>
                  </a:lnTo>
                  <a:lnTo>
                    <a:pt x="102655" y="596386"/>
                  </a:lnTo>
                  <a:lnTo>
                    <a:pt x="73727" y="564812"/>
                  </a:lnTo>
                  <a:lnTo>
                    <a:pt x="48747" y="526239"/>
                  </a:lnTo>
                  <a:lnTo>
                    <a:pt x="28298" y="481572"/>
                  </a:lnTo>
                  <a:lnTo>
                    <a:pt x="12967" y="431714"/>
                  </a:lnTo>
                  <a:lnTo>
                    <a:pt x="3339" y="377569"/>
                  </a:lnTo>
                  <a:lnTo>
                    <a:pt x="0" y="320040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7091" y="5416296"/>
              <a:ext cx="332181" cy="3429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687" y="6192012"/>
              <a:ext cx="385470" cy="342899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0" y="5879585"/>
              <a:ext cx="653872" cy="88999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92202" y="6046470"/>
              <a:ext cx="416559" cy="589915"/>
            </a:xfrm>
            <a:custGeom>
              <a:avLst/>
              <a:gdLst/>
              <a:ahLst/>
              <a:cxnLst/>
              <a:rect l="l" t="t" r="r" b="b"/>
              <a:pathLst>
                <a:path w="416559" h="589915">
                  <a:moveTo>
                    <a:pt x="208026" y="0"/>
                  </a:moveTo>
                  <a:lnTo>
                    <a:pt x="135441" y="18449"/>
                  </a:lnTo>
                  <a:lnTo>
                    <a:pt x="103033" y="40261"/>
                  </a:lnTo>
                  <a:lnTo>
                    <a:pt x="73999" y="69355"/>
                  </a:lnTo>
                  <a:lnTo>
                    <a:pt x="48926" y="104897"/>
                  </a:lnTo>
                  <a:lnTo>
                    <a:pt x="28402" y="146055"/>
                  </a:lnTo>
                  <a:lnTo>
                    <a:pt x="13015" y="191996"/>
                  </a:lnTo>
                  <a:lnTo>
                    <a:pt x="3351" y="241886"/>
                  </a:lnTo>
                  <a:lnTo>
                    <a:pt x="0" y="294893"/>
                  </a:lnTo>
                  <a:lnTo>
                    <a:pt x="3351" y="347901"/>
                  </a:lnTo>
                  <a:lnTo>
                    <a:pt x="13015" y="397791"/>
                  </a:lnTo>
                  <a:lnTo>
                    <a:pt x="28402" y="443732"/>
                  </a:lnTo>
                  <a:lnTo>
                    <a:pt x="48926" y="484890"/>
                  </a:lnTo>
                  <a:lnTo>
                    <a:pt x="73999" y="520432"/>
                  </a:lnTo>
                  <a:lnTo>
                    <a:pt x="103033" y="549526"/>
                  </a:lnTo>
                  <a:lnTo>
                    <a:pt x="135441" y="571338"/>
                  </a:lnTo>
                  <a:lnTo>
                    <a:pt x="208026" y="589787"/>
                  </a:lnTo>
                  <a:lnTo>
                    <a:pt x="245417" y="585036"/>
                  </a:lnTo>
                  <a:lnTo>
                    <a:pt x="313018" y="549526"/>
                  </a:lnTo>
                  <a:lnTo>
                    <a:pt x="342052" y="520432"/>
                  </a:lnTo>
                  <a:lnTo>
                    <a:pt x="367125" y="484890"/>
                  </a:lnTo>
                  <a:lnTo>
                    <a:pt x="387649" y="443732"/>
                  </a:lnTo>
                  <a:lnTo>
                    <a:pt x="403036" y="397791"/>
                  </a:lnTo>
                  <a:lnTo>
                    <a:pt x="412700" y="347901"/>
                  </a:lnTo>
                  <a:lnTo>
                    <a:pt x="416052" y="294893"/>
                  </a:lnTo>
                  <a:lnTo>
                    <a:pt x="412700" y="241886"/>
                  </a:lnTo>
                  <a:lnTo>
                    <a:pt x="403036" y="191996"/>
                  </a:lnTo>
                  <a:lnTo>
                    <a:pt x="387649" y="146055"/>
                  </a:lnTo>
                  <a:lnTo>
                    <a:pt x="367125" y="104897"/>
                  </a:lnTo>
                  <a:lnTo>
                    <a:pt x="342052" y="69355"/>
                  </a:lnTo>
                  <a:lnTo>
                    <a:pt x="313018" y="40261"/>
                  </a:lnTo>
                  <a:lnTo>
                    <a:pt x="280610" y="18449"/>
                  </a:lnTo>
                  <a:lnTo>
                    <a:pt x="208026" y="0"/>
                  </a:lnTo>
                  <a:close/>
                </a:path>
              </a:pathLst>
            </a:custGeom>
            <a:solidFill>
              <a:srgbClr val="273383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2202" y="6046470"/>
              <a:ext cx="416559" cy="589915"/>
            </a:xfrm>
            <a:custGeom>
              <a:avLst/>
              <a:gdLst/>
              <a:ahLst/>
              <a:cxnLst/>
              <a:rect l="l" t="t" r="r" b="b"/>
              <a:pathLst>
                <a:path w="416559" h="589915">
                  <a:moveTo>
                    <a:pt x="0" y="294893"/>
                  </a:moveTo>
                  <a:lnTo>
                    <a:pt x="3351" y="241886"/>
                  </a:lnTo>
                  <a:lnTo>
                    <a:pt x="13015" y="191996"/>
                  </a:lnTo>
                  <a:lnTo>
                    <a:pt x="28402" y="146055"/>
                  </a:lnTo>
                  <a:lnTo>
                    <a:pt x="48926" y="104897"/>
                  </a:lnTo>
                  <a:lnTo>
                    <a:pt x="73999" y="69355"/>
                  </a:lnTo>
                  <a:lnTo>
                    <a:pt x="103033" y="40261"/>
                  </a:lnTo>
                  <a:lnTo>
                    <a:pt x="135441" y="18449"/>
                  </a:lnTo>
                  <a:lnTo>
                    <a:pt x="208026" y="0"/>
                  </a:lnTo>
                  <a:lnTo>
                    <a:pt x="245417" y="4751"/>
                  </a:lnTo>
                  <a:lnTo>
                    <a:pt x="313018" y="40261"/>
                  </a:lnTo>
                  <a:lnTo>
                    <a:pt x="342052" y="69355"/>
                  </a:lnTo>
                  <a:lnTo>
                    <a:pt x="367125" y="104897"/>
                  </a:lnTo>
                  <a:lnTo>
                    <a:pt x="387649" y="146055"/>
                  </a:lnTo>
                  <a:lnTo>
                    <a:pt x="403036" y="191996"/>
                  </a:lnTo>
                  <a:lnTo>
                    <a:pt x="412700" y="241886"/>
                  </a:lnTo>
                  <a:lnTo>
                    <a:pt x="416052" y="294893"/>
                  </a:lnTo>
                  <a:lnTo>
                    <a:pt x="412700" y="347901"/>
                  </a:lnTo>
                  <a:lnTo>
                    <a:pt x="403036" y="397791"/>
                  </a:lnTo>
                  <a:lnTo>
                    <a:pt x="387649" y="443732"/>
                  </a:lnTo>
                  <a:lnTo>
                    <a:pt x="367125" y="484890"/>
                  </a:lnTo>
                  <a:lnTo>
                    <a:pt x="342052" y="520432"/>
                  </a:lnTo>
                  <a:lnTo>
                    <a:pt x="313018" y="549526"/>
                  </a:lnTo>
                  <a:lnTo>
                    <a:pt x="280610" y="571338"/>
                  </a:lnTo>
                  <a:lnTo>
                    <a:pt x="208026" y="589787"/>
                  </a:lnTo>
                  <a:lnTo>
                    <a:pt x="170634" y="585036"/>
                  </a:lnTo>
                  <a:lnTo>
                    <a:pt x="103033" y="549526"/>
                  </a:lnTo>
                  <a:lnTo>
                    <a:pt x="73999" y="520432"/>
                  </a:lnTo>
                  <a:lnTo>
                    <a:pt x="48926" y="484890"/>
                  </a:lnTo>
                  <a:lnTo>
                    <a:pt x="28402" y="443732"/>
                  </a:lnTo>
                  <a:lnTo>
                    <a:pt x="13015" y="397791"/>
                  </a:lnTo>
                  <a:lnTo>
                    <a:pt x="3351" y="347901"/>
                  </a:lnTo>
                  <a:lnTo>
                    <a:pt x="0" y="294893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687" y="6170676"/>
              <a:ext cx="385470" cy="342900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2814827" y="6079236"/>
              <a:ext cx="8932545" cy="589915"/>
            </a:xfrm>
            <a:custGeom>
              <a:avLst/>
              <a:gdLst/>
              <a:ahLst/>
              <a:cxnLst/>
              <a:rect l="l" t="t" r="r" b="b"/>
              <a:pathLst>
                <a:path w="8932545" h="589915">
                  <a:moveTo>
                    <a:pt x="8814308" y="0"/>
                  </a:moveTo>
                  <a:lnTo>
                    <a:pt x="117856" y="0"/>
                  </a:lnTo>
                  <a:lnTo>
                    <a:pt x="71955" y="9257"/>
                  </a:lnTo>
                  <a:lnTo>
                    <a:pt x="34496" y="34504"/>
                  </a:lnTo>
                  <a:lnTo>
                    <a:pt x="9253" y="71950"/>
                  </a:lnTo>
                  <a:lnTo>
                    <a:pt x="0" y="117805"/>
                  </a:lnTo>
                  <a:lnTo>
                    <a:pt x="0" y="471982"/>
                  </a:lnTo>
                  <a:lnTo>
                    <a:pt x="9253" y="517837"/>
                  </a:lnTo>
                  <a:lnTo>
                    <a:pt x="34496" y="555283"/>
                  </a:lnTo>
                  <a:lnTo>
                    <a:pt x="71955" y="580530"/>
                  </a:lnTo>
                  <a:lnTo>
                    <a:pt x="117856" y="589787"/>
                  </a:lnTo>
                  <a:lnTo>
                    <a:pt x="8814308" y="589787"/>
                  </a:lnTo>
                  <a:lnTo>
                    <a:pt x="8860208" y="580530"/>
                  </a:lnTo>
                  <a:lnTo>
                    <a:pt x="8897667" y="555283"/>
                  </a:lnTo>
                  <a:lnTo>
                    <a:pt x="8922910" y="517837"/>
                  </a:lnTo>
                  <a:lnTo>
                    <a:pt x="8932164" y="471982"/>
                  </a:lnTo>
                  <a:lnTo>
                    <a:pt x="8932164" y="117805"/>
                  </a:lnTo>
                  <a:lnTo>
                    <a:pt x="8922910" y="71950"/>
                  </a:lnTo>
                  <a:lnTo>
                    <a:pt x="8897667" y="34504"/>
                  </a:lnTo>
                  <a:lnTo>
                    <a:pt x="8860208" y="9257"/>
                  </a:lnTo>
                  <a:lnTo>
                    <a:pt x="8814308" y="0"/>
                  </a:lnTo>
                  <a:close/>
                </a:path>
              </a:pathLst>
            </a:custGeom>
            <a:solidFill>
              <a:srgbClr val="FFFFF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814827" y="6079236"/>
              <a:ext cx="8932545" cy="589915"/>
            </a:xfrm>
            <a:custGeom>
              <a:avLst/>
              <a:gdLst/>
              <a:ahLst/>
              <a:cxnLst/>
              <a:rect l="l" t="t" r="r" b="b"/>
              <a:pathLst>
                <a:path w="8932545" h="589915">
                  <a:moveTo>
                    <a:pt x="0" y="117805"/>
                  </a:moveTo>
                  <a:lnTo>
                    <a:pt x="9253" y="71950"/>
                  </a:lnTo>
                  <a:lnTo>
                    <a:pt x="34496" y="34504"/>
                  </a:lnTo>
                  <a:lnTo>
                    <a:pt x="71955" y="9257"/>
                  </a:lnTo>
                  <a:lnTo>
                    <a:pt x="117856" y="0"/>
                  </a:lnTo>
                  <a:lnTo>
                    <a:pt x="8814308" y="0"/>
                  </a:lnTo>
                  <a:lnTo>
                    <a:pt x="8860208" y="9257"/>
                  </a:lnTo>
                  <a:lnTo>
                    <a:pt x="8897667" y="34504"/>
                  </a:lnTo>
                  <a:lnTo>
                    <a:pt x="8922910" y="71950"/>
                  </a:lnTo>
                  <a:lnTo>
                    <a:pt x="8932164" y="117805"/>
                  </a:lnTo>
                  <a:lnTo>
                    <a:pt x="8932164" y="471982"/>
                  </a:lnTo>
                  <a:lnTo>
                    <a:pt x="8922910" y="517837"/>
                  </a:lnTo>
                  <a:lnTo>
                    <a:pt x="8897667" y="555283"/>
                  </a:lnTo>
                  <a:lnTo>
                    <a:pt x="8860208" y="580530"/>
                  </a:lnTo>
                  <a:lnTo>
                    <a:pt x="8814308" y="589787"/>
                  </a:lnTo>
                  <a:lnTo>
                    <a:pt x="117856" y="589787"/>
                  </a:lnTo>
                  <a:lnTo>
                    <a:pt x="71955" y="580530"/>
                  </a:lnTo>
                  <a:lnTo>
                    <a:pt x="34496" y="555283"/>
                  </a:lnTo>
                  <a:lnTo>
                    <a:pt x="9253" y="517837"/>
                  </a:lnTo>
                  <a:lnTo>
                    <a:pt x="0" y="471982"/>
                  </a:lnTo>
                  <a:lnTo>
                    <a:pt x="0" y="117805"/>
                  </a:lnTo>
                  <a:close/>
                </a:path>
              </a:pathLst>
            </a:custGeom>
            <a:ln w="12192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08761" y="6077813"/>
            <a:ext cx="1997075" cy="476884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>
              <a:lnSpc>
                <a:spcPts val="1750"/>
              </a:lnSpc>
              <a:spcBef>
                <a:spcPts val="200"/>
              </a:spcBef>
            </a:pPr>
            <a:r>
              <a:rPr dirty="0" sz="1500">
                <a:solidFill>
                  <a:srgbClr val="87E454"/>
                </a:solidFill>
                <a:latin typeface="Malgun Gothic Semilight"/>
                <a:cs typeface="Malgun Gothic Semilight"/>
              </a:rPr>
              <a:t>Prototype</a:t>
            </a:r>
            <a:r>
              <a:rPr dirty="0" sz="1500" spc="220">
                <a:solidFill>
                  <a:srgbClr val="87E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>
                <a:solidFill>
                  <a:srgbClr val="87E454"/>
                </a:solidFill>
                <a:latin typeface="Malgun Gothic Semilight"/>
                <a:cs typeface="Malgun Gothic Semilight"/>
              </a:rPr>
              <a:t>/</a:t>
            </a:r>
            <a:r>
              <a:rPr dirty="0" sz="1500" spc="95">
                <a:solidFill>
                  <a:srgbClr val="87E454"/>
                </a:solidFill>
                <a:latin typeface="Malgun Gothic Semilight"/>
                <a:cs typeface="Malgun Gothic Semilight"/>
              </a:rPr>
              <a:t> </a:t>
            </a:r>
            <a:r>
              <a:rPr dirty="0" sz="1500" spc="-10">
                <a:solidFill>
                  <a:srgbClr val="87E454"/>
                </a:solidFill>
                <a:latin typeface="Malgun Gothic Semilight"/>
                <a:cs typeface="Malgun Gothic Semilight"/>
              </a:rPr>
              <a:t>Simulation Video</a:t>
            </a:r>
            <a:endParaRPr sz="1500">
              <a:latin typeface="Malgun Gothic Semilight"/>
              <a:cs typeface="Malgun Gothic Semilight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4043298" y="5371199"/>
            <a:ext cx="6303010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50">
                <a:solidFill>
                  <a:srgbClr val="D1D4DB"/>
                </a:solidFill>
                <a:latin typeface="Malgun Gothic Semilight"/>
                <a:cs typeface="Malgun Gothic Semilight"/>
              </a:rPr>
              <a:t>https://github.com/kanmaniannie1</a:t>
            </a:r>
            <a:r>
              <a:rPr dirty="0" sz="1350" spc="345">
                <a:solidFill>
                  <a:srgbClr val="D1D4DB"/>
                </a:solidFill>
                <a:latin typeface="Malgun Gothic Semilight"/>
                <a:cs typeface="Malgun Gothic Semilight"/>
              </a:rPr>
              <a:t> </a:t>
            </a:r>
            <a:r>
              <a:rPr dirty="0" sz="1350" spc="-10">
                <a:solidFill>
                  <a:srgbClr val="D1D4DB"/>
                </a:solidFill>
                <a:latin typeface="Malgun Gothic Semilight"/>
                <a:cs typeface="Malgun Gothic Semilight"/>
              </a:rPr>
              <a:t>80-</a:t>
            </a:r>
            <a:r>
              <a:rPr dirty="0" sz="1350" spc="-70">
                <a:solidFill>
                  <a:srgbClr val="D1D4DB"/>
                </a:solidFill>
                <a:latin typeface="Malgun Gothic Semilight"/>
                <a:cs typeface="Malgun Gothic Semilight"/>
              </a:rPr>
              <a:t>hub/edge-</a:t>
            </a:r>
            <a:r>
              <a:rPr dirty="0" sz="1350" spc="-40">
                <a:solidFill>
                  <a:srgbClr val="D1D4DB"/>
                </a:solidFill>
                <a:latin typeface="Malgun Gothic Semilight"/>
                <a:cs typeface="Malgun Gothic Semilight"/>
              </a:rPr>
              <a:t>ai-</a:t>
            </a:r>
            <a:r>
              <a:rPr dirty="0" sz="1350" spc="-45">
                <a:solidFill>
                  <a:srgbClr val="D1D4DB"/>
                </a:solidFill>
                <a:latin typeface="Malgun Gothic Semilight"/>
                <a:cs typeface="Malgun Gothic Semilight"/>
              </a:rPr>
              <a:t>wafer-defect-</a:t>
            </a:r>
            <a:r>
              <a:rPr dirty="0" sz="1350" spc="-10">
                <a:solidFill>
                  <a:srgbClr val="D1D4DB"/>
                </a:solidFill>
                <a:latin typeface="Malgun Gothic Semilight"/>
                <a:cs typeface="Malgun Gothic Semilight"/>
              </a:rPr>
              <a:t>classification/tree/main</a:t>
            </a:r>
            <a:endParaRPr sz="1350">
              <a:latin typeface="Malgun Gothic Semilight"/>
              <a:cs typeface="Malgun Gothic Semilight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3348228" y="5427255"/>
            <a:ext cx="190500" cy="1013460"/>
            <a:chOff x="3348228" y="5427255"/>
            <a:chExt cx="190500" cy="1013460"/>
          </a:xfrm>
        </p:grpSpPr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48228" y="5427255"/>
              <a:ext cx="190500" cy="15337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348228" y="6286499"/>
              <a:ext cx="172097" cy="153923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4043298" y="6201804"/>
            <a:ext cx="6807834" cy="23367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350" spc="-45">
                <a:solidFill>
                  <a:srgbClr val="D1D4DB"/>
                </a:solidFill>
                <a:latin typeface="Malgun Gothic Semilight"/>
                <a:cs typeface="Malgun Gothic Semilight"/>
              </a:rPr>
              <a:t>https://drive.google.com/file/d/1pWAH54snOZnXsOuz2sV-</a:t>
            </a:r>
            <a:r>
              <a:rPr dirty="0" sz="1350" spc="-20">
                <a:solidFill>
                  <a:srgbClr val="D1D4DB"/>
                </a:solidFill>
                <a:latin typeface="Malgun Gothic Semilight"/>
                <a:cs typeface="Malgun Gothic Semilight"/>
              </a:rPr>
              <a:t>4Bh3qW7buV9A/view?usp=sharing</a:t>
            </a:r>
            <a:endParaRPr sz="135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500" y="1333500"/>
            <a:ext cx="76200" cy="410209"/>
          </a:xfrm>
          <a:custGeom>
            <a:avLst/>
            <a:gdLst/>
            <a:ahLst/>
            <a:cxnLst/>
            <a:rect l="l" t="t" r="r" b="b"/>
            <a:pathLst>
              <a:path w="76200" h="410210">
                <a:moveTo>
                  <a:pt x="76200" y="0"/>
                </a:moveTo>
                <a:lnTo>
                  <a:pt x="0" y="0"/>
                </a:lnTo>
                <a:lnTo>
                  <a:pt x="0" y="409955"/>
                </a:lnTo>
                <a:lnTo>
                  <a:pt x="76200" y="409955"/>
                </a:lnTo>
                <a:lnTo>
                  <a:pt x="76200" y="0"/>
                </a:lnTo>
                <a:close/>
              </a:path>
            </a:pathLst>
          </a:custGeom>
          <a:solidFill>
            <a:srgbClr val="87E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5804" y="1300733"/>
            <a:ext cx="4679315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Problem</a:t>
            </a:r>
            <a:r>
              <a:rPr dirty="0" spc="-100"/>
              <a:t> </a:t>
            </a:r>
            <a:r>
              <a:rPr dirty="0" spc="-60"/>
              <a:t>Statement</a:t>
            </a:r>
            <a:r>
              <a:rPr dirty="0" spc="-120"/>
              <a:t> </a:t>
            </a:r>
            <a:r>
              <a:rPr dirty="0" spc="-30"/>
              <a:t>Addressed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53212" y="2004060"/>
            <a:ext cx="11087100" cy="4587240"/>
            <a:chOff x="553212" y="2004060"/>
            <a:chExt cx="11087100" cy="4587240"/>
          </a:xfrm>
        </p:grpSpPr>
        <p:sp>
          <p:nvSpPr>
            <p:cNvPr id="5" name="object 5" descr=""/>
            <p:cNvSpPr/>
            <p:nvPr/>
          </p:nvSpPr>
          <p:spPr>
            <a:xfrm>
              <a:off x="571500" y="2022348"/>
              <a:ext cx="11049000" cy="4552315"/>
            </a:xfrm>
            <a:custGeom>
              <a:avLst/>
              <a:gdLst/>
              <a:ahLst/>
              <a:cxnLst/>
              <a:rect l="l" t="t" r="r" b="b"/>
              <a:pathLst>
                <a:path w="11049000" h="4552315">
                  <a:moveTo>
                    <a:pt x="11018393" y="0"/>
                  </a:moveTo>
                  <a:lnTo>
                    <a:pt x="30594" y="0"/>
                  </a:lnTo>
                  <a:lnTo>
                    <a:pt x="18688" y="2407"/>
                  </a:lnTo>
                  <a:lnTo>
                    <a:pt x="8963" y="8969"/>
                  </a:lnTo>
                  <a:lnTo>
                    <a:pt x="2405" y="18698"/>
                  </a:lnTo>
                  <a:lnTo>
                    <a:pt x="0" y="30606"/>
                  </a:lnTo>
                  <a:lnTo>
                    <a:pt x="0" y="4521593"/>
                  </a:lnTo>
                  <a:lnTo>
                    <a:pt x="2405" y="4533499"/>
                  </a:lnTo>
                  <a:lnTo>
                    <a:pt x="8963" y="4543224"/>
                  </a:lnTo>
                  <a:lnTo>
                    <a:pt x="18688" y="4549782"/>
                  </a:lnTo>
                  <a:lnTo>
                    <a:pt x="30594" y="4552188"/>
                  </a:lnTo>
                  <a:lnTo>
                    <a:pt x="11018393" y="4552188"/>
                  </a:lnTo>
                  <a:lnTo>
                    <a:pt x="11030301" y="4549782"/>
                  </a:lnTo>
                  <a:lnTo>
                    <a:pt x="11040030" y="4543224"/>
                  </a:lnTo>
                  <a:lnTo>
                    <a:pt x="11046592" y="4533499"/>
                  </a:lnTo>
                  <a:lnTo>
                    <a:pt x="11049000" y="4521593"/>
                  </a:lnTo>
                  <a:lnTo>
                    <a:pt x="11049000" y="30606"/>
                  </a:lnTo>
                  <a:lnTo>
                    <a:pt x="11046592" y="18698"/>
                  </a:lnTo>
                  <a:lnTo>
                    <a:pt x="11040030" y="8969"/>
                  </a:lnTo>
                  <a:lnTo>
                    <a:pt x="11030301" y="2407"/>
                  </a:lnTo>
                  <a:lnTo>
                    <a:pt x="11018393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500" y="2022348"/>
              <a:ext cx="11049000" cy="4552315"/>
            </a:xfrm>
            <a:custGeom>
              <a:avLst/>
              <a:gdLst/>
              <a:ahLst/>
              <a:cxnLst/>
              <a:rect l="l" t="t" r="r" b="b"/>
              <a:pathLst>
                <a:path w="11049000" h="4552315">
                  <a:moveTo>
                    <a:pt x="0" y="30606"/>
                  </a:moveTo>
                  <a:lnTo>
                    <a:pt x="2405" y="18698"/>
                  </a:lnTo>
                  <a:lnTo>
                    <a:pt x="8963" y="8969"/>
                  </a:lnTo>
                  <a:lnTo>
                    <a:pt x="18688" y="2407"/>
                  </a:lnTo>
                  <a:lnTo>
                    <a:pt x="30594" y="0"/>
                  </a:lnTo>
                  <a:lnTo>
                    <a:pt x="11018393" y="0"/>
                  </a:lnTo>
                  <a:lnTo>
                    <a:pt x="11030301" y="2407"/>
                  </a:lnTo>
                  <a:lnTo>
                    <a:pt x="11040030" y="8969"/>
                  </a:lnTo>
                  <a:lnTo>
                    <a:pt x="11046592" y="18698"/>
                  </a:lnTo>
                  <a:lnTo>
                    <a:pt x="11049000" y="30606"/>
                  </a:lnTo>
                  <a:lnTo>
                    <a:pt x="11049000" y="4521593"/>
                  </a:lnTo>
                  <a:lnTo>
                    <a:pt x="11046592" y="4533499"/>
                  </a:lnTo>
                  <a:lnTo>
                    <a:pt x="11040030" y="4543224"/>
                  </a:lnTo>
                  <a:lnTo>
                    <a:pt x="11030301" y="4549782"/>
                  </a:lnTo>
                  <a:lnTo>
                    <a:pt x="11018393" y="4552188"/>
                  </a:lnTo>
                  <a:lnTo>
                    <a:pt x="30594" y="4552188"/>
                  </a:lnTo>
                  <a:lnTo>
                    <a:pt x="18688" y="4549782"/>
                  </a:lnTo>
                  <a:lnTo>
                    <a:pt x="8963" y="4543224"/>
                  </a:lnTo>
                  <a:lnTo>
                    <a:pt x="2405" y="4533499"/>
                  </a:lnTo>
                  <a:lnTo>
                    <a:pt x="0" y="4521593"/>
                  </a:lnTo>
                  <a:lnTo>
                    <a:pt x="0" y="30606"/>
                  </a:lnTo>
                  <a:close/>
                </a:path>
              </a:pathLst>
            </a:custGeom>
            <a:ln w="12191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2004060"/>
              <a:ext cx="228600" cy="22707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2262" y="2023110"/>
              <a:ext cx="11049000" cy="4549140"/>
            </a:xfrm>
            <a:custGeom>
              <a:avLst/>
              <a:gdLst/>
              <a:ahLst/>
              <a:cxnLst/>
              <a:rect l="l" t="t" r="r" b="b"/>
              <a:pathLst>
                <a:path w="11049000" h="4549140">
                  <a:moveTo>
                    <a:pt x="10858500" y="188975"/>
                  </a:moveTo>
                  <a:lnTo>
                    <a:pt x="11049000" y="188975"/>
                  </a:lnTo>
                  <a:lnTo>
                    <a:pt x="11049000" y="0"/>
                  </a:lnTo>
                  <a:lnTo>
                    <a:pt x="10858500" y="0"/>
                  </a:lnTo>
                  <a:lnTo>
                    <a:pt x="10858500" y="188975"/>
                  </a:lnTo>
                  <a:close/>
                </a:path>
                <a:path w="11049000" h="4549140">
                  <a:moveTo>
                    <a:pt x="0" y="4549140"/>
                  </a:moveTo>
                  <a:lnTo>
                    <a:pt x="190500" y="4549140"/>
                  </a:lnTo>
                  <a:lnTo>
                    <a:pt x="190500" y="4358640"/>
                  </a:lnTo>
                  <a:lnTo>
                    <a:pt x="0" y="4358640"/>
                  </a:lnTo>
                  <a:lnTo>
                    <a:pt x="0" y="4549140"/>
                  </a:lnTo>
                  <a:close/>
                </a:path>
                <a:path w="11049000" h="4549140">
                  <a:moveTo>
                    <a:pt x="10858500" y="4549140"/>
                  </a:moveTo>
                  <a:lnTo>
                    <a:pt x="11049000" y="4549140"/>
                  </a:lnTo>
                  <a:lnTo>
                    <a:pt x="11049000" y="4358640"/>
                  </a:lnTo>
                  <a:lnTo>
                    <a:pt x="10858500" y="4358640"/>
                  </a:lnTo>
                  <a:lnTo>
                    <a:pt x="10858500" y="4549140"/>
                  </a:lnTo>
                  <a:close/>
                </a:path>
              </a:pathLst>
            </a:custGeom>
            <a:ln w="38100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62406" y="241325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lnTo>
                    <a:pt x="239401" y="3738"/>
                  </a:lnTo>
                  <a:lnTo>
                    <a:pt x="195432" y="14563"/>
                  </a:lnTo>
                  <a:lnTo>
                    <a:pt x="154433" y="31886"/>
                  </a:lnTo>
                  <a:lnTo>
                    <a:pt x="116991" y="55120"/>
                  </a:lnTo>
                  <a:lnTo>
                    <a:pt x="83696" y="83677"/>
                  </a:lnTo>
                  <a:lnTo>
                    <a:pt x="55134" y="116970"/>
                  </a:lnTo>
                  <a:lnTo>
                    <a:pt x="31895" y="154411"/>
                  </a:lnTo>
                  <a:lnTo>
                    <a:pt x="14568" y="195413"/>
                  </a:lnTo>
                  <a:lnTo>
                    <a:pt x="3740" y="239388"/>
                  </a:lnTo>
                  <a:lnTo>
                    <a:pt x="0" y="285750"/>
                  </a:lnTo>
                  <a:lnTo>
                    <a:pt x="3740" y="332111"/>
                  </a:lnTo>
                  <a:lnTo>
                    <a:pt x="14568" y="376086"/>
                  </a:lnTo>
                  <a:lnTo>
                    <a:pt x="31895" y="417088"/>
                  </a:lnTo>
                  <a:lnTo>
                    <a:pt x="55134" y="454529"/>
                  </a:lnTo>
                  <a:lnTo>
                    <a:pt x="83696" y="487822"/>
                  </a:lnTo>
                  <a:lnTo>
                    <a:pt x="116991" y="516379"/>
                  </a:lnTo>
                  <a:lnTo>
                    <a:pt x="154433" y="539613"/>
                  </a:lnTo>
                  <a:lnTo>
                    <a:pt x="195432" y="556936"/>
                  </a:lnTo>
                  <a:lnTo>
                    <a:pt x="239401" y="567761"/>
                  </a:lnTo>
                  <a:lnTo>
                    <a:pt x="285750" y="571500"/>
                  </a:lnTo>
                  <a:lnTo>
                    <a:pt x="332111" y="567761"/>
                  </a:lnTo>
                  <a:lnTo>
                    <a:pt x="376086" y="556936"/>
                  </a:lnTo>
                  <a:lnTo>
                    <a:pt x="417088" y="539613"/>
                  </a:lnTo>
                  <a:lnTo>
                    <a:pt x="454529" y="516379"/>
                  </a:lnTo>
                  <a:lnTo>
                    <a:pt x="487822" y="487822"/>
                  </a:lnTo>
                  <a:lnTo>
                    <a:pt x="516379" y="454529"/>
                  </a:lnTo>
                  <a:lnTo>
                    <a:pt x="539613" y="417088"/>
                  </a:lnTo>
                  <a:lnTo>
                    <a:pt x="556936" y="376086"/>
                  </a:lnTo>
                  <a:lnTo>
                    <a:pt x="567761" y="332111"/>
                  </a:lnTo>
                  <a:lnTo>
                    <a:pt x="571500" y="285750"/>
                  </a:lnTo>
                  <a:lnTo>
                    <a:pt x="567761" y="239388"/>
                  </a:lnTo>
                  <a:lnTo>
                    <a:pt x="556936" y="195413"/>
                  </a:lnTo>
                  <a:lnTo>
                    <a:pt x="539613" y="154411"/>
                  </a:lnTo>
                  <a:lnTo>
                    <a:pt x="516379" y="116970"/>
                  </a:lnTo>
                  <a:lnTo>
                    <a:pt x="487822" y="83677"/>
                  </a:lnTo>
                  <a:lnTo>
                    <a:pt x="454529" y="55120"/>
                  </a:lnTo>
                  <a:lnTo>
                    <a:pt x="417088" y="31886"/>
                  </a:lnTo>
                  <a:lnTo>
                    <a:pt x="376086" y="14563"/>
                  </a:lnTo>
                  <a:lnTo>
                    <a:pt x="332111" y="3738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62406" y="241325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285750"/>
                  </a:moveTo>
                  <a:lnTo>
                    <a:pt x="3740" y="239388"/>
                  </a:lnTo>
                  <a:lnTo>
                    <a:pt x="14568" y="195413"/>
                  </a:lnTo>
                  <a:lnTo>
                    <a:pt x="31895" y="154411"/>
                  </a:lnTo>
                  <a:lnTo>
                    <a:pt x="55134" y="116970"/>
                  </a:lnTo>
                  <a:lnTo>
                    <a:pt x="83696" y="83677"/>
                  </a:lnTo>
                  <a:lnTo>
                    <a:pt x="116991" y="55120"/>
                  </a:lnTo>
                  <a:lnTo>
                    <a:pt x="154433" y="31886"/>
                  </a:lnTo>
                  <a:lnTo>
                    <a:pt x="195432" y="14563"/>
                  </a:lnTo>
                  <a:lnTo>
                    <a:pt x="239401" y="3738"/>
                  </a:lnTo>
                  <a:lnTo>
                    <a:pt x="285750" y="0"/>
                  </a:lnTo>
                  <a:lnTo>
                    <a:pt x="332111" y="3738"/>
                  </a:lnTo>
                  <a:lnTo>
                    <a:pt x="376086" y="14563"/>
                  </a:lnTo>
                  <a:lnTo>
                    <a:pt x="417088" y="31886"/>
                  </a:lnTo>
                  <a:lnTo>
                    <a:pt x="454529" y="55120"/>
                  </a:lnTo>
                  <a:lnTo>
                    <a:pt x="487822" y="83677"/>
                  </a:lnTo>
                  <a:lnTo>
                    <a:pt x="516379" y="116970"/>
                  </a:lnTo>
                  <a:lnTo>
                    <a:pt x="539613" y="154411"/>
                  </a:lnTo>
                  <a:lnTo>
                    <a:pt x="556936" y="195413"/>
                  </a:lnTo>
                  <a:lnTo>
                    <a:pt x="567761" y="239388"/>
                  </a:lnTo>
                  <a:lnTo>
                    <a:pt x="571500" y="285750"/>
                  </a:lnTo>
                  <a:lnTo>
                    <a:pt x="567761" y="332111"/>
                  </a:lnTo>
                  <a:lnTo>
                    <a:pt x="556936" y="376086"/>
                  </a:lnTo>
                  <a:lnTo>
                    <a:pt x="539613" y="417088"/>
                  </a:lnTo>
                  <a:lnTo>
                    <a:pt x="516379" y="454529"/>
                  </a:lnTo>
                  <a:lnTo>
                    <a:pt x="487822" y="487822"/>
                  </a:lnTo>
                  <a:lnTo>
                    <a:pt x="454529" y="516379"/>
                  </a:lnTo>
                  <a:lnTo>
                    <a:pt x="417088" y="539613"/>
                  </a:lnTo>
                  <a:lnTo>
                    <a:pt x="376086" y="556936"/>
                  </a:lnTo>
                  <a:lnTo>
                    <a:pt x="332111" y="567761"/>
                  </a:lnTo>
                  <a:lnTo>
                    <a:pt x="285750" y="571500"/>
                  </a:lnTo>
                  <a:lnTo>
                    <a:pt x="239401" y="567761"/>
                  </a:lnTo>
                  <a:lnTo>
                    <a:pt x="195432" y="556936"/>
                  </a:lnTo>
                  <a:lnTo>
                    <a:pt x="154433" y="539613"/>
                  </a:lnTo>
                  <a:lnTo>
                    <a:pt x="116991" y="516379"/>
                  </a:lnTo>
                  <a:lnTo>
                    <a:pt x="83696" y="487822"/>
                  </a:lnTo>
                  <a:lnTo>
                    <a:pt x="55134" y="454529"/>
                  </a:lnTo>
                  <a:lnTo>
                    <a:pt x="31895" y="417088"/>
                  </a:lnTo>
                  <a:lnTo>
                    <a:pt x="14568" y="376086"/>
                  </a:lnTo>
                  <a:lnTo>
                    <a:pt x="3740" y="332111"/>
                  </a:lnTo>
                  <a:lnTo>
                    <a:pt x="0" y="285750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856" y="2583180"/>
              <a:ext cx="228600" cy="2286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0850" y="2510409"/>
              <a:ext cx="5260085" cy="21450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961644" y="3738372"/>
              <a:ext cx="6152515" cy="1710055"/>
            </a:xfrm>
            <a:custGeom>
              <a:avLst/>
              <a:gdLst/>
              <a:ahLst/>
              <a:cxnLst/>
              <a:rect l="l" t="t" r="r" b="b"/>
              <a:pathLst>
                <a:path w="6152515" h="1710054">
                  <a:moveTo>
                    <a:pt x="6079235" y="0"/>
                  </a:moveTo>
                  <a:lnTo>
                    <a:pt x="73126" y="0"/>
                  </a:lnTo>
                  <a:lnTo>
                    <a:pt x="44662" y="5750"/>
                  </a:lnTo>
                  <a:lnTo>
                    <a:pt x="21418" y="21431"/>
                  </a:lnTo>
                  <a:lnTo>
                    <a:pt x="5746" y="44684"/>
                  </a:lnTo>
                  <a:lnTo>
                    <a:pt x="0" y="73151"/>
                  </a:lnTo>
                  <a:lnTo>
                    <a:pt x="0" y="1636776"/>
                  </a:lnTo>
                  <a:lnTo>
                    <a:pt x="5746" y="1665243"/>
                  </a:lnTo>
                  <a:lnTo>
                    <a:pt x="21418" y="1688496"/>
                  </a:lnTo>
                  <a:lnTo>
                    <a:pt x="44662" y="1704177"/>
                  </a:lnTo>
                  <a:lnTo>
                    <a:pt x="73126" y="1709927"/>
                  </a:lnTo>
                  <a:lnTo>
                    <a:pt x="6079235" y="1709927"/>
                  </a:lnTo>
                  <a:lnTo>
                    <a:pt x="6107703" y="1704177"/>
                  </a:lnTo>
                  <a:lnTo>
                    <a:pt x="6130956" y="1688496"/>
                  </a:lnTo>
                  <a:lnTo>
                    <a:pt x="6146637" y="1665243"/>
                  </a:lnTo>
                  <a:lnTo>
                    <a:pt x="6152387" y="1636776"/>
                  </a:lnTo>
                  <a:lnTo>
                    <a:pt x="6152387" y="73151"/>
                  </a:lnTo>
                  <a:lnTo>
                    <a:pt x="6146637" y="44684"/>
                  </a:lnTo>
                  <a:lnTo>
                    <a:pt x="6130956" y="21431"/>
                  </a:lnTo>
                  <a:lnTo>
                    <a:pt x="6107703" y="5750"/>
                  </a:lnTo>
                  <a:lnTo>
                    <a:pt x="6079235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61644" y="3738372"/>
              <a:ext cx="6152515" cy="1710055"/>
            </a:xfrm>
            <a:custGeom>
              <a:avLst/>
              <a:gdLst/>
              <a:ahLst/>
              <a:cxnLst/>
              <a:rect l="l" t="t" r="r" b="b"/>
              <a:pathLst>
                <a:path w="6152515" h="1710054">
                  <a:moveTo>
                    <a:pt x="0" y="73151"/>
                  </a:moveTo>
                  <a:lnTo>
                    <a:pt x="5746" y="44684"/>
                  </a:lnTo>
                  <a:lnTo>
                    <a:pt x="21418" y="21431"/>
                  </a:lnTo>
                  <a:lnTo>
                    <a:pt x="44662" y="5750"/>
                  </a:lnTo>
                  <a:lnTo>
                    <a:pt x="73126" y="0"/>
                  </a:lnTo>
                  <a:lnTo>
                    <a:pt x="6079235" y="0"/>
                  </a:lnTo>
                  <a:lnTo>
                    <a:pt x="6107703" y="5750"/>
                  </a:lnTo>
                  <a:lnTo>
                    <a:pt x="6130956" y="21431"/>
                  </a:lnTo>
                  <a:lnTo>
                    <a:pt x="6146637" y="44684"/>
                  </a:lnTo>
                  <a:lnTo>
                    <a:pt x="6152387" y="73151"/>
                  </a:lnTo>
                  <a:lnTo>
                    <a:pt x="6152387" y="1636776"/>
                  </a:lnTo>
                  <a:lnTo>
                    <a:pt x="6146637" y="1665243"/>
                  </a:lnTo>
                  <a:lnTo>
                    <a:pt x="6130956" y="1688496"/>
                  </a:lnTo>
                  <a:lnTo>
                    <a:pt x="6107703" y="1704177"/>
                  </a:lnTo>
                  <a:lnTo>
                    <a:pt x="6079235" y="1709927"/>
                  </a:lnTo>
                  <a:lnTo>
                    <a:pt x="73126" y="1709927"/>
                  </a:lnTo>
                  <a:lnTo>
                    <a:pt x="44662" y="1704177"/>
                  </a:lnTo>
                  <a:lnTo>
                    <a:pt x="21418" y="1688496"/>
                  </a:lnTo>
                  <a:lnTo>
                    <a:pt x="5746" y="1665243"/>
                  </a:lnTo>
                  <a:lnTo>
                    <a:pt x="0" y="1636776"/>
                  </a:lnTo>
                  <a:lnTo>
                    <a:pt x="0" y="73151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1478407" y="3207766"/>
            <a:ext cx="14814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40" b="1">
                <a:solidFill>
                  <a:srgbClr val="9CA2AE"/>
                </a:solidFill>
                <a:latin typeface="Arial"/>
                <a:cs typeface="Arial"/>
              </a:rPr>
              <a:t>DESCRIPTION</a:t>
            </a:r>
            <a:r>
              <a:rPr dirty="0" sz="1000" spc="20" b="1">
                <a:solidFill>
                  <a:srgbClr val="9CA2A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9CA2AE"/>
                </a:solidFill>
                <a:latin typeface="Arial"/>
                <a:cs typeface="Arial"/>
              </a:rPr>
              <a:t>/</a:t>
            </a:r>
            <a:r>
              <a:rPr dirty="0" sz="1000" spc="100" b="1">
                <a:solidFill>
                  <a:srgbClr val="9CA2AE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9CA2AE"/>
                </a:solidFill>
                <a:latin typeface="Arial"/>
                <a:cs typeface="Arial"/>
              </a:rPr>
              <a:t>DETAILS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21460" y="3988434"/>
            <a:ext cx="576199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Semiconductor</a:t>
            </a:r>
            <a:r>
              <a:rPr dirty="0" sz="1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die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defects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reduce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manufacturing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yield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reliability</a:t>
            </a:r>
            <a:endParaRPr sz="1400">
              <a:latin typeface="Times New Roman"/>
              <a:cs typeface="Times New Roman"/>
            </a:endParaRPr>
          </a:p>
          <a:p>
            <a:pPr marL="74295" indent="-69850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7429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time-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consuming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prone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human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endParaRPr sz="140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Cloud-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1400" spc="-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solutions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introduce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latency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overhead</a:t>
            </a:r>
            <a:endParaRPr sz="140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time defect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requires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low-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power,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compact</a:t>
            </a:r>
            <a:r>
              <a:rPr dirty="0" sz="14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models</a:t>
            </a:r>
            <a:endParaRPr sz="140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dirty="0" sz="14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fast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efficient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on-device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38059" y="1972055"/>
            <a:ext cx="4297680" cy="3476244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7685023" y="5602020"/>
            <a:ext cx="36918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Example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surface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defects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during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0" y="-3"/>
            <a:ext cx="12077700" cy="6858000"/>
            <a:chOff x="0" y="-3"/>
            <a:chExt cx="1207770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12077699" cy="68580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5967" y="259092"/>
              <a:ext cx="11175492" cy="792467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71499" y="286511"/>
              <a:ext cx="11049000" cy="666115"/>
            </a:xfrm>
            <a:custGeom>
              <a:avLst/>
              <a:gdLst/>
              <a:ahLst/>
              <a:cxnLst/>
              <a:rect l="l" t="t" r="r" b="b"/>
              <a:pathLst>
                <a:path w="11049000" h="666115">
                  <a:moveTo>
                    <a:pt x="10944606" y="0"/>
                  </a:moveTo>
                  <a:lnTo>
                    <a:pt x="104406" y="0"/>
                  </a:lnTo>
                  <a:lnTo>
                    <a:pt x="63768" y="8203"/>
                  </a:lnTo>
                  <a:lnTo>
                    <a:pt x="30581" y="30575"/>
                  </a:lnTo>
                  <a:lnTo>
                    <a:pt x="8205" y="63757"/>
                  </a:lnTo>
                  <a:lnTo>
                    <a:pt x="0" y="104394"/>
                  </a:lnTo>
                  <a:lnTo>
                    <a:pt x="0" y="561594"/>
                  </a:lnTo>
                  <a:lnTo>
                    <a:pt x="8205" y="602230"/>
                  </a:lnTo>
                  <a:lnTo>
                    <a:pt x="30581" y="635412"/>
                  </a:lnTo>
                  <a:lnTo>
                    <a:pt x="63768" y="657784"/>
                  </a:lnTo>
                  <a:lnTo>
                    <a:pt x="104406" y="665988"/>
                  </a:lnTo>
                  <a:lnTo>
                    <a:pt x="10944606" y="665988"/>
                  </a:lnTo>
                  <a:lnTo>
                    <a:pt x="10985242" y="657784"/>
                  </a:lnTo>
                  <a:lnTo>
                    <a:pt x="11018424" y="635412"/>
                  </a:lnTo>
                  <a:lnTo>
                    <a:pt x="11040796" y="602230"/>
                  </a:lnTo>
                  <a:lnTo>
                    <a:pt x="11049000" y="561594"/>
                  </a:lnTo>
                  <a:lnTo>
                    <a:pt x="11049000" y="104394"/>
                  </a:lnTo>
                  <a:lnTo>
                    <a:pt x="11040796" y="63757"/>
                  </a:lnTo>
                  <a:lnTo>
                    <a:pt x="11018424" y="30575"/>
                  </a:lnTo>
                  <a:lnTo>
                    <a:pt x="10985242" y="8203"/>
                  </a:lnTo>
                  <a:lnTo>
                    <a:pt x="10944606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8011" y="381000"/>
              <a:ext cx="1266444" cy="4770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58500" y="381000"/>
              <a:ext cx="477011" cy="47701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71499" y="1333500"/>
              <a:ext cx="76200" cy="410209"/>
            </a:xfrm>
            <a:custGeom>
              <a:avLst/>
              <a:gdLst/>
              <a:ahLst/>
              <a:cxnLst/>
              <a:rect l="l" t="t" r="r" b="b"/>
              <a:pathLst>
                <a:path w="76200" h="410210">
                  <a:moveTo>
                    <a:pt x="76200" y="0"/>
                  </a:moveTo>
                  <a:lnTo>
                    <a:pt x="0" y="0"/>
                  </a:lnTo>
                  <a:lnTo>
                    <a:pt x="0" y="409955"/>
                  </a:lnTo>
                  <a:lnTo>
                    <a:pt x="76200" y="40995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87E45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imes New Roman"/>
                <a:cs typeface="Times New Roman"/>
              </a:rPr>
              <a:t>Idea</a:t>
            </a:r>
            <a:r>
              <a:rPr dirty="0" sz="2400" spc="-1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Description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-</a:t>
            </a:r>
            <a:r>
              <a:rPr dirty="0" sz="2400" spc="-2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Edge-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Semiconductor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Wafer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Defect</a:t>
            </a:r>
            <a:r>
              <a:rPr dirty="0" sz="2400" spc="-10">
                <a:latin typeface="Times New Roman"/>
                <a:cs typeface="Times New Roman"/>
              </a:rPr>
              <a:t> Classification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552958" y="1592516"/>
            <a:ext cx="11087735" cy="4999355"/>
            <a:chOff x="552958" y="1592516"/>
            <a:chExt cx="11087735" cy="4999355"/>
          </a:xfrm>
        </p:grpSpPr>
        <p:sp>
          <p:nvSpPr>
            <p:cNvPr id="12" name="object 12" descr=""/>
            <p:cNvSpPr/>
            <p:nvPr/>
          </p:nvSpPr>
          <p:spPr>
            <a:xfrm>
              <a:off x="559308" y="1629155"/>
              <a:ext cx="11047730" cy="4552315"/>
            </a:xfrm>
            <a:custGeom>
              <a:avLst/>
              <a:gdLst/>
              <a:ahLst/>
              <a:cxnLst/>
              <a:rect l="l" t="t" r="r" b="b"/>
              <a:pathLst>
                <a:path w="11047730" h="4552315">
                  <a:moveTo>
                    <a:pt x="11016869" y="0"/>
                  </a:moveTo>
                  <a:lnTo>
                    <a:pt x="30594" y="0"/>
                  </a:lnTo>
                  <a:lnTo>
                    <a:pt x="18682" y="2407"/>
                  </a:lnTo>
                  <a:lnTo>
                    <a:pt x="8958" y="8969"/>
                  </a:lnTo>
                  <a:lnTo>
                    <a:pt x="2403" y="18698"/>
                  </a:lnTo>
                  <a:lnTo>
                    <a:pt x="0" y="30607"/>
                  </a:lnTo>
                  <a:lnTo>
                    <a:pt x="0" y="4521593"/>
                  </a:lnTo>
                  <a:lnTo>
                    <a:pt x="2403" y="4533505"/>
                  </a:lnTo>
                  <a:lnTo>
                    <a:pt x="8958" y="4543229"/>
                  </a:lnTo>
                  <a:lnTo>
                    <a:pt x="18682" y="4549784"/>
                  </a:lnTo>
                  <a:lnTo>
                    <a:pt x="30594" y="4552188"/>
                  </a:lnTo>
                  <a:lnTo>
                    <a:pt x="11016869" y="4552188"/>
                  </a:lnTo>
                  <a:lnTo>
                    <a:pt x="11028777" y="4549784"/>
                  </a:lnTo>
                  <a:lnTo>
                    <a:pt x="11038506" y="4543229"/>
                  </a:lnTo>
                  <a:lnTo>
                    <a:pt x="11045068" y="4533505"/>
                  </a:lnTo>
                  <a:lnTo>
                    <a:pt x="11047476" y="4521593"/>
                  </a:lnTo>
                  <a:lnTo>
                    <a:pt x="11047476" y="30607"/>
                  </a:lnTo>
                  <a:lnTo>
                    <a:pt x="11045068" y="18698"/>
                  </a:lnTo>
                  <a:lnTo>
                    <a:pt x="11038506" y="8969"/>
                  </a:lnTo>
                  <a:lnTo>
                    <a:pt x="11028777" y="2407"/>
                  </a:lnTo>
                  <a:lnTo>
                    <a:pt x="11016869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59308" y="1629155"/>
              <a:ext cx="11047730" cy="4552315"/>
            </a:xfrm>
            <a:custGeom>
              <a:avLst/>
              <a:gdLst/>
              <a:ahLst/>
              <a:cxnLst/>
              <a:rect l="l" t="t" r="r" b="b"/>
              <a:pathLst>
                <a:path w="11047730" h="4552315">
                  <a:moveTo>
                    <a:pt x="0" y="30607"/>
                  </a:moveTo>
                  <a:lnTo>
                    <a:pt x="2403" y="18698"/>
                  </a:lnTo>
                  <a:lnTo>
                    <a:pt x="8958" y="8969"/>
                  </a:lnTo>
                  <a:lnTo>
                    <a:pt x="18682" y="2407"/>
                  </a:lnTo>
                  <a:lnTo>
                    <a:pt x="30594" y="0"/>
                  </a:lnTo>
                  <a:lnTo>
                    <a:pt x="11016869" y="0"/>
                  </a:lnTo>
                  <a:lnTo>
                    <a:pt x="11028777" y="2407"/>
                  </a:lnTo>
                  <a:lnTo>
                    <a:pt x="11038506" y="8969"/>
                  </a:lnTo>
                  <a:lnTo>
                    <a:pt x="11045068" y="18698"/>
                  </a:lnTo>
                  <a:lnTo>
                    <a:pt x="11047476" y="30607"/>
                  </a:lnTo>
                  <a:lnTo>
                    <a:pt x="11047476" y="4521593"/>
                  </a:lnTo>
                  <a:lnTo>
                    <a:pt x="11045068" y="4533505"/>
                  </a:lnTo>
                  <a:lnTo>
                    <a:pt x="11038506" y="4543229"/>
                  </a:lnTo>
                  <a:lnTo>
                    <a:pt x="11028777" y="4549784"/>
                  </a:lnTo>
                  <a:lnTo>
                    <a:pt x="11016869" y="4552188"/>
                  </a:lnTo>
                  <a:lnTo>
                    <a:pt x="30594" y="4552188"/>
                  </a:lnTo>
                  <a:lnTo>
                    <a:pt x="18682" y="4549784"/>
                  </a:lnTo>
                  <a:lnTo>
                    <a:pt x="8958" y="4543229"/>
                  </a:lnTo>
                  <a:lnTo>
                    <a:pt x="2403" y="4533505"/>
                  </a:lnTo>
                  <a:lnTo>
                    <a:pt x="0" y="4521593"/>
                  </a:lnTo>
                  <a:lnTo>
                    <a:pt x="0" y="30607"/>
                  </a:lnTo>
                  <a:close/>
                </a:path>
              </a:pathLst>
            </a:custGeom>
            <a:ln w="12192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212" y="2004059"/>
              <a:ext cx="228600" cy="22707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72262" y="2023109"/>
              <a:ext cx="11049000" cy="4549140"/>
            </a:xfrm>
            <a:custGeom>
              <a:avLst/>
              <a:gdLst/>
              <a:ahLst/>
              <a:cxnLst/>
              <a:rect l="l" t="t" r="r" b="b"/>
              <a:pathLst>
                <a:path w="11049000" h="4549140">
                  <a:moveTo>
                    <a:pt x="10858500" y="188975"/>
                  </a:moveTo>
                  <a:lnTo>
                    <a:pt x="11049000" y="188975"/>
                  </a:lnTo>
                  <a:lnTo>
                    <a:pt x="11049000" y="0"/>
                  </a:lnTo>
                  <a:lnTo>
                    <a:pt x="10858500" y="0"/>
                  </a:lnTo>
                  <a:lnTo>
                    <a:pt x="10858500" y="188975"/>
                  </a:lnTo>
                  <a:close/>
                </a:path>
                <a:path w="11049000" h="4549140">
                  <a:moveTo>
                    <a:pt x="0" y="4549140"/>
                  </a:moveTo>
                  <a:lnTo>
                    <a:pt x="190500" y="4549140"/>
                  </a:lnTo>
                  <a:lnTo>
                    <a:pt x="190500" y="4358640"/>
                  </a:lnTo>
                  <a:lnTo>
                    <a:pt x="0" y="4358640"/>
                  </a:lnTo>
                  <a:lnTo>
                    <a:pt x="0" y="4549140"/>
                  </a:lnTo>
                  <a:close/>
                </a:path>
                <a:path w="11049000" h="4549140">
                  <a:moveTo>
                    <a:pt x="10858500" y="4549140"/>
                  </a:moveTo>
                  <a:lnTo>
                    <a:pt x="11049000" y="4549140"/>
                  </a:lnTo>
                  <a:lnTo>
                    <a:pt x="11049000" y="4358640"/>
                  </a:lnTo>
                  <a:lnTo>
                    <a:pt x="10858500" y="4358640"/>
                  </a:lnTo>
                  <a:lnTo>
                    <a:pt x="10858500" y="4549140"/>
                  </a:lnTo>
                  <a:close/>
                </a:path>
              </a:pathLst>
            </a:custGeom>
            <a:ln w="38100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81050" y="1605533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lnTo>
                    <a:pt x="239401" y="3738"/>
                  </a:lnTo>
                  <a:lnTo>
                    <a:pt x="195432" y="14563"/>
                  </a:lnTo>
                  <a:lnTo>
                    <a:pt x="154433" y="31886"/>
                  </a:lnTo>
                  <a:lnTo>
                    <a:pt x="116991" y="55120"/>
                  </a:lnTo>
                  <a:lnTo>
                    <a:pt x="83696" y="83677"/>
                  </a:lnTo>
                  <a:lnTo>
                    <a:pt x="55134" y="116970"/>
                  </a:lnTo>
                  <a:lnTo>
                    <a:pt x="31895" y="154411"/>
                  </a:lnTo>
                  <a:lnTo>
                    <a:pt x="14568" y="195413"/>
                  </a:lnTo>
                  <a:lnTo>
                    <a:pt x="3740" y="239388"/>
                  </a:lnTo>
                  <a:lnTo>
                    <a:pt x="0" y="285750"/>
                  </a:lnTo>
                  <a:lnTo>
                    <a:pt x="3740" y="332111"/>
                  </a:lnTo>
                  <a:lnTo>
                    <a:pt x="14568" y="376086"/>
                  </a:lnTo>
                  <a:lnTo>
                    <a:pt x="31895" y="417088"/>
                  </a:lnTo>
                  <a:lnTo>
                    <a:pt x="55134" y="454529"/>
                  </a:lnTo>
                  <a:lnTo>
                    <a:pt x="83696" y="487822"/>
                  </a:lnTo>
                  <a:lnTo>
                    <a:pt x="116991" y="516379"/>
                  </a:lnTo>
                  <a:lnTo>
                    <a:pt x="154433" y="539613"/>
                  </a:lnTo>
                  <a:lnTo>
                    <a:pt x="195432" y="556936"/>
                  </a:lnTo>
                  <a:lnTo>
                    <a:pt x="239401" y="567761"/>
                  </a:lnTo>
                  <a:lnTo>
                    <a:pt x="285750" y="571500"/>
                  </a:lnTo>
                  <a:lnTo>
                    <a:pt x="332098" y="567761"/>
                  </a:lnTo>
                  <a:lnTo>
                    <a:pt x="376067" y="556936"/>
                  </a:lnTo>
                  <a:lnTo>
                    <a:pt x="417066" y="539613"/>
                  </a:lnTo>
                  <a:lnTo>
                    <a:pt x="454508" y="516379"/>
                  </a:lnTo>
                  <a:lnTo>
                    <a:pt x="487803" y="487822"/>
                  </a:lnTo>
                  <a:lnTo>
                    <a:pt x="516365" y="454529"/>
                  </a:lnTo>
                  <a:lnTo>
                    <a:pt x="539604" y="417088"/>
                  </a:lnTo>
                  <a:lnTo>
                    <a:pt x="556931" y="376086"/>
                  </a:lnTo>
                  <a:lnTo>
                    <a:pt x="567759" y="332111"/>
                  </a:lnTo>
                  <a:lnTo>
                    <a:pt x="571500" y="285750"/>
                  </a:lnTo>
                  <a:lnTo>
                    <a:pt x="567759" y="239388"/>
                  </a:lnTo>
                  <a:lnTo>
                    <a:pt x="556931" y="195413"/>
                  </a:lnTo>
                  <a:lnTo>
                    <a:pt x="539604" y="154411"/>
                  </a:lnTo>
                  <a:lnTo>
                    <a:pt x="516365" y="116970"/>
                  </a:lnTo>
                  <a:lnTo>
                    <a:pt x="487803" y="83677"/>
                  </a:lnTo>
                  <a:lnTo>
                    <a:pt x="454508" y="55120"/>
                  </a:lnTo>
                  <a:lnTo>
                    <a:pt x="417066" y="31886"/>
                  </a:lnTo>
                  <a:lnTo>
                    <a:pt x="376067" y="14563"/>
                  </a:lnTo>
                  <a:lnTo>
                    <a:pt x="332098" y="3738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81050" y="1605533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285750"/>
                  </a:moveTo>
                  <a:lnTo>
                    <a:pt x="3740" y="239388"/>
                  </a:lnTo>
                  <a:lnTo>
                    <a:pt x="14568" y="195413"/>
                  </a:lnTo>
                  <a:lnTo>
                    <a:pt x="31895" y="154411"/>
                  </a:lnTo>
                  <a:lnTo>
                    <a:pt x="55134" y="116970"/>
                  </a:lnTo>
                  <a:lnTo>
                    <a:pt x="83696" y="83677"/>
                  </a:lnTo>
                  <a:lnTo>
                    <a:pt x="116991" y="55120"/>
                  </a:lnTo>
                  <a:lnTo>
                    <a:pt x="154433" y="31886"/>
                  </a:lnTo>
                  <a:lnTo>
                    <a:pt x="195432" y="14563"/>
                  </a:lnTo>
                  <a:lnTo>
                    <a:pt x="239401" y="3738"/>
                  </a:lnTo>
                  <a:lnTo>
                    <a:pt x="285750" y="0"/>
                  </a:lnTo>
                  <a:lnTo>
                    <a:pt x="332098" y="3738"/>
                  </a:lnTo>
                  <a:lnTo>
                    <a:pt x="376067" y="14563"/>
                  </a:lnTo>
                  <a:lnTo>
                    <a:pt x="417066" y="31886"/>
                  </a:lnTo>
                  <a:lnTo>
                    <a:pt x="454508" y="55120"/>
                  </a:lnTo>
                  <a:lnTo>
                    <a:pt x="487803" y="83677"/>
                  </a:lnTo>
                  <a:lnTo>
                    <a:pt x="516365" y="116970"/>
                  </a:lnTo>
                  <a:lnTo>
                    <a:pt x="539604" y="154411"/>
                  </a:lnTo>
                  <a:lnTo>
                    <a:pt x="556931" y="195413"/>
                  </a:lnTo>
                  <a:lnTo>
                    <a:pt x="567759" y="239388"/>
                  </a:lnTo>
                  <a:lnTo>
                    <a:pt x="571500" y="285750"/>
                  </a:lnTo>
                  <a:lnTo>
                    <a:pt x="567759" y="332111"/>
                  </a:lnTo>
                  <a:lnTo>
                    <a:pt x="556931" y="376086"/>
                  </a:lnTo>
                  <a:lnTo>
                    <a:pt x="539604" y="417088"/>
                  </a:lnTo>
                  <a:lnTo>
                    <a:pt x="516365" y="454529"/>
                  </a:lnTo>
                  <a:lnTo>
                    <a:pt x="487803" y="487822"/>
                  </a:lnTo>
                  <a:lnTo>
                    <a:pt x="454508" y="516379"/>
                  </a:lnTo>
                  <a:lnTo>
                    <a:pt x="417066" y="539613"/>
                  </a:lnTo>
                  <a:lnTo>
                    <a:pt x="376067" y="556936"/>
                  </a:lnTo>
                  <a:lnTo>
                    <a:pt x="332098" y="567761"/>
                  </a:lnTo>
                  <a:lnTo>
                    <a:pt x="285750" y="571500"/>
                  </a:lnTo>
                  <a:lnTo>
                    <a:pt x="239401" y="567761"/>
                  </a:lnTo>
                  <a:lnTo>
                    <a:pt x="195432" y="556936"/>
                  </a:lnTo>
                  <a:lnTo>
                    <a:pt x="154433" y="539613"/>
                  </a:lnTo>
                  <a:lnTo>
                    <a:pt x="116991" y="516379"/>
                  </a:lnTo>
                  <a:lnTo>
                    <a:pt x="83696" y="487822"/>
                  </a:lnTo>
                  <a:lnTo>
                    <a:pt x="55134" y="454529"/>
                  </a:lnTo>
                  <a:lnTo>
                    <a:pt x="31895" y="417088"/>
                  </a:lnTo>
                  <a:lnTo>
                    <a:pt x="14568" y="376086"/>
                  </a:lnTo>
                  <a:lnTo>
                    <a:pt x="3740" y="332111"/>
                  </a:lnTo>
                  <a:lnTo>
                    <a:pt x="0" y="285750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90828" y="1781555"/>
              <a:ext cx="170230" cy="228600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9913" y="1698878"/>
              <a:ext cx="9525508" cy="19011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77594" y="1937511"/>
              <a:ext cx="5226177" cy="187705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707136" y="2581655"/>
              <a:ext cx="7047230" cy="1388745"/>
            </a:xfrm>
            <a:custGeom>
              <a:avLst/>
              <a:gdLst/>
              <a:ahLst/>
              <a:cxnLst/>
              <a:rect l="l" t="t" r="r" b="b"/>
              <a:pathLst>
                <a:path w="7047230" h="1388745">
                  <a:moveTo>
                    <a:pt x="6926326" y="0"/>
                  </a:moveTo>
                  <a:lnTo>
                    <a:pt x="120688" y="0"/>
                  </a:lnTo>
                  <a:lnTo>
                    <a:pt x="73712" y="9475"/>
                  </a:lnTo>
                  <a:lnTo>
                    <a:pt x="35350" y="35321"/>
                  </a:lnTo>
                  <a:lnTo>
                    <a:pt x="9484" y="73669"/>
                  </a:lnTo>
                  <a:lnTo>
                    <a:pt x="0" y="120650"/>
                  </a:lnTo>
                  <a:lnTo>
                    <a:pt x="0" y="1267714"/>
                  </a:lnTo>
                  <a:lnTo>
                    <a:pt x="9484" y="1314694"/>
                  </a:lnTo>
                  <a:lnTo>
                    <a:pt x="35350" y="1353042"/>
                  </a:lnTo>
                  <a:lnTo>
                    <a:pt x="73712" y="1378888"/>
                  </a:lnTo>
                  <a:lnTo>
                    <a:pt x="120688" y="1388364"/>
                  </a:lnTo>
                  <a:lnTo>
                    <a:pt x="6926326" y="1388364"/>
                  </a:lnTo>
                  <a:lnTo>
                    <a:pt x="6973306" y="1378888"/>
                  </a:lnTo>
                  <a:lnTo>
                    <a:pt x="7011654" y="1353042"/>
                  </a:lnTo>
                  <a:lnTo>
                    <a:pt x="7037500" y="1314694"/>
                  </a:lnTo>
                  <a:lnTo>
                    <a:pt x="7046976" y="1267714"/>
                  </a:lnTo>
                  <a:lnTo>
                    <a:pt x="7046976" y="120650"/>
                  </a:lnTo>
                  <a:lnTo>
                    <a:pt x="7037500" y="73669"/>
                  </a:lnTo>
                  <a:lnTo>
                    <a:pt x="7011654" y="35321"/>
                  </a:lnTo>
                  <a:lnTo>
                    <a:pt x="6973306" y="9475"/>
                  </a:lnTo>
                  <a:lnTo>
                    <a:pt x="6926326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07136" y="2581655"/>
              <a:ext cx="7047230" cy="1388745"/>
            </a:xfrm>
            <a:custGeom>
              <a:avLst/>
              <a:gdLst/>
              <a:ahLst/>
              <a:cxnLst/>
              <a:rect l="l" t="t" r="r" b="b"/>
              <a:pathLst>
                <a:path w="7047230" h="1388745">
                  <a:moveTo>
                    <a:pt x="0" y="120650"/>
                  </a:moveTo>
                  <a:lnTo>
                    <a:pt x="9484" y="73669"/>
                  </a:lnTo>
                  <a:lnTo>
                    <a:pt x="35350" y="35321"/>
                  </a:lnTo>
                  <a:lnTo>
                    <a:pt x="73712" y="9475"/>
                  </a:lnTo>
                  <a:lnTo>
                    <a:pt x="120688" y="0"/>
                  </a:lnTo>
                  <a:lnTo>
                    <a:pt x="6926326" y="0"/>
                  </a:lnTo>
                  <a:lnTo>
                    <a:pt x="6973306" y="9475"/>
                  </a:lnTo>
                  <a:lnTo>
                    <a:pt x="7011654" y="35321"/>
                  </a:lnTo>
                  <a:lnTo>
                    <a:pt x="7037500" y="73669"/>
                  </a:lnTo>
                  <a:lnTo>
                    <a:pt x="7046976" y="120650"/>
                  </a:lnTo>
                  <a:lnTo>
                    <a:pt x="7046976" y="1267714"/>
                  </a:lnTo>
                  <a:lnTo>
                    <a:pt x="7037500" y="1314694"/>
                  </a:lnTo>
                  <a:lnTo>
                    <a:pt x="7011654" y="1353042"/>
                  </a:lnTo>
                  <a:lnTo>
                    <a:pt x="6973306" y="1378888"/>
                  </a:lnTo>
                  <a:lnTo>
                    <a:pt x="6926326" y="1388364"/>
                  </a:lnTo>
                  <a:lnTo>
                    <a:pt x="120688" y="1388364"/>
                  </a:lnTo>
                  <a:lnTo>
                    <a:pt x="73712" y="1378888"/>
                  </a:lnTo>
                  <a:lnTo>
                    <a:pt x="35350" y="1353042"/>
                  </a:lnTo>
                  <a:lnTo>
                    <a:pt x="9484" y="1314694"/>
                  </a:lnTo>
                  <a:lnTo>
                    <a:pt x="0" y="1267714"/>
                  </a:lnTo>
                  <a:lnTo>
                    <a:pt x="0" y="120650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07136" y="4372355"/>
              <a:ext cx="7047230" cy="1457325"/>
            </a:xfrm>
            <a:custGeom>
              <a:avLst/>
              <a:gdLst/>
              <a:ahLst/>
              <a:cxnLst/>
              <a:rect l="l" t="t" r="r" b="b"/>
              <a:pathLst>
                <a:path w="7047230" h="1457325">
                  <a:moveTo>
                    <a:pt x="6920357" y="0"/>
                  </a:moveTo>
                  <a:lnTo>
                    <a:pt x="126657" y="0"/>
                  </a:lnTo>
                  <a:lnTo>
                    <a:pt x="77356" y="9943"/>
                  </a:lnTo>
                  <a:lnTo>
                    <a:pt x="37096" y="37068"/>
                  </a:lnTo>
                  <a:lnTo>
                    <a:pt x="9953" y="77313"/>
                  </a:lnTo>
                  <a:lnTo>
                    <a:pt x="0" y="126619"/>
                  </a:lnTo>
                  <a:lnTo>
                    <a:pt x="0" y="1330286"/>
                  </a:lnTo>
                  <a:lnTo>
                    <a:pt x="9953" y="1379587"/>
                  </a:lnTo>
                  <a:lnTo>
                    <a:pt x="37096" y="1419847"/>
                  </a:lnTo>
                  <a:lnTo>
                    <a:pt x="77356" y="1446990"/>
                  </a:lnTo>
                  <a:lnTo>
                    <a:pt x="126657" y="1456944"/>
                  </a:lnTo>
                  <a:lnTo>
                    <a:pt x="6920357" y="1456944"/>
                  </a:lnTo>
                  <a:lnTo>
                    <a:pt x="6969662" y="1446990"/>
                  </a:lnTo>
                  <a:lnTo>
                    <a:pt x="7009907" y="1419847"/>
                  </a:lnTo>
                  <a:lnTo>
                    <a:pt x="7037032" y="1379587"/>
                  </a:lnTo>
                  <a:lnTo>
                    <a:pt x="7046976" y="1330286"/>
                  </a:lnTo>
                  <a:lnTo>
                    <a:pt x="7046976" y="126619"/>
                  </a:lnTo>
                  <a:lnTo>
                    <a:pt x="7037032" y="77313"/>
                  </a:lnTo>
                  <a:lnTo>
                    <a:pt x="7009907" y="37068"/>
                  </a:lnTo>
                  <a:lnTo>
                    <a:pt x="6969662" y="9943"/>
                  </a:lnTo>
                  <a:lnTo>
                    <a:pt x="6920357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07136" y="4372355"/>
              <a:ext cx="7047230" cy="1457325"/>
            </a:xfrm>
            <a:custGeom>
              <a:avLst/>
              <a:gdLst/>
              <a:ahLst/>
              <a:cxnLst/>
              <a:rect l="l" t="t" r="r" b="b"/>
              <a:pathLst>
                <a:path w="7047230" h="1457325">
                  <a:moveTo>
                    <a:pt x="0" y="126619"/>
                  </a:moveTo>
                  <a:lnTo>
                    <a:pt x="9953" y="77313"/>
                  </a:lnTo>
                  <a:lnTo>
                    <a:pt x="37096" y="37068"/>
                  </a:lnTo>
                  <a:lnTo>
                    <a:pt x="77356" y="9943"/>
                  </a:lnTo>
                  <a:lnTo>
                    <a:pt x="126657" y="0"/>
                  </a:lnTo>
                  <a:lnTo>
                    <a:pt x="6920357" y="0"/>
                  </a:lnTo>
                  <a:lnTo>
                    <a:pt x="6969662" y="9943"/>
                  </a:lnTo>
                  <a:lnTo>
                    <a:pt x="7009907" y="37068"/>
                  </a:lnTo>
                  <a:lnTo>
                    <a:pt x="7037032" y="77313"/>
                  </a:lnTo>
                  <a:lnTo>
                    <a:pt x="7046976" y="126619"/>
                  </a:lnTo>
                  <a:lnTo>
                    <a:pt x="7046976" y="1330286"/>
                  </a:lnTo>
                  <a:lnTo>
                    <a:pt x="7037032" y="1379587"/>
                  </a:lnTo>
                  <a:lnTo>
                    <a:pt x="7009907" y="1419847"/>
                  </a:lnTo>
                  <a:lnTo>
                    <a:pt x="6969662" y="1446990"/>
                  </a:lnTo>
                  <a:lnTo>
                    <a:pt x="6920357" y="1456944"/>
                  </a:lnTo>
                  <a:lnTo>
                    <a:pt x="126657" y="1456944"/>
                  </a:lnTo>
                  <a:lnTo>
                    <a:pt x="77356" y="1446990"/>
                  </a:lnTo>
                  <a:lnTo>
                    <a:pt x="37096" y="1419847"/>
                  </a:lnTo>
                  <a:lnTo>
                    <a:pt x="9953" y="1379587"/>
                  </a:lnTo>
                  <a:lnTo>
                    <a:pt x="0" y="1330286"/>
                  </a:lnTo>
                  <a:lnTo>
                    <a:pt x="0" y="126619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768197" y="2277872"/>
            <a:ext cx="6921500" cy="34321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0">
              <a:lnSpc>
                <a:spcPct val="100000"/>
              </a:lnSpc>
              <a:spcBef>
                <a:spcPts val="95"/>
              </a:spcBef>
            </a:pPr>
            <a:r>
              <a:rPr dirty="0" sz="1000" spc="-55" b="1">
                <a:solidFill>
                  <a:srgbClr val="9CA2AE"/>
                </a:solidFill>
                <a:latin typeface="Arial"/>
                <a:cs typeface="Arial"/>
              </a:rPr>
              <a:t>KEY</a:t>
            </a:r>
            <a:r>
              <a:rPr dirty="0" sz="1000" spc="5" b="1">
                <a:solidFill>
                  <a:srgbClr val="9CA2AE"/>
                </a:solidFill>
                <a:latin typeface="Arial"/>
                <a:cs typeface="Arial"/>
              </a:rPr>
              <a:t> </a:t>
            </a:r>
            <a:r>
              <a:rPr dirty="0" sz="1000" spc="-20" b="1">
                <a:solidFill>
                  <a:srgbClr val="9CA2AE"/>
                </a:solidFill>
                <a:latin typeface="Arial"/>
                <a:cs typeface="Arial"/>
              </a:rPr>
              <a:t>CONCEPT</a:t>
            </a:r>
            <a:r>
              <a:rPr dirty="0" sz="1000" spc="-5" b="1">
                <a:solidFill>
                  <a:srgbClr val="9CA2AE"/>
                </a:solidFill>
                <a:latin typeface="Arial"/>
                <a:cs typeface="Arial"/>
              </a:rPr>
              <a:t> </a:t>
            </a:r>
            <a:r>
              <a:rPr dirty="0" sz="1000" b="1">
                <a:solidFill>
                  <a:srgbClr val="9CA2AE"/>
                </a:solidFill>
                <a:latin typeface="Arial"/>
                <a:cs typeface="Arial"/>
              </a:rPr>
              <a:t>&amp;</a:t>
            </a:r>
            <a:r>
              <a:rPr dirty="0" sz="1000" spc="-40" b="1">
                <a:solidFill>
                  <a:srgbClr val="9CA2AE"/>
                </a:solidFill>
                <a:latin typeface="Arial"/>
                <a:cs typeface="Arial"/>
              </a:rPr>
              <a:t> </a:t>
            </a:r>
            <a:r>
              <a:rPr dirty="0" sz="1000" spc="-10" b="1">
                <a:solidFill>
                  <a:srgbClr val="9CA2AE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0">
              <a:latin typeface="Arial"/>
              <a:cs typeface="Arial"/>
            </a:endParaRPr>
          </a:p>
          <a:p>
            <a:pPr marL="12700" marR="5080" indent="-762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Develop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dirty="0" sz="14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AI-based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image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automatically</a:t>
            </a:r>
            <a:r>
              <a:rPr dirty="0" sz="1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identify</a:t>
            </a:r>
            <a:r>
              <a:rPr dirty="0" sz="1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semiconductor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wafer defects</a:t>
            </a:r>
            <a:endParaRPr sz="140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lightweight</a:t>
            </a:r>
            <a:r>
              <a:rPr dirty="0" sz="1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convolutional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neural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network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optimized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deployment</a:t>
            </a:r>
            <a:endParaRPr sz="1400">
              <a:latin typeface="Times New Roman"/>
              <a:cs typeface="Times New Roman"/>
            </a:endParaRPr>
          </a:p>
          <a:p>
            <a:pPr marL="74295" indent="-69850">
              <a:lnSpc>
                <a:spcPct val="100000"/>
              </a:lnSpc>
              <a:buSzPct val="92857"/>
              <a:buChar char="•"/>
              <a:tabLst>
                <a:tab pos="7429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Apply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achieve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reliable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limited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labeled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1400">
              <a:latin typeface="Times New Roman"/>
              <a:cs typeface="Times New Roman"/>
            </a:endParaRPr>
          </a:p>
          <a:p>
            <a:pPr marL="74930" indent="-69850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Focus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portability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compact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enable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real-time,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low-power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inference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Clr>
                <a:srgbClr val="FFFFFF"/>
              </a:buClr>
              <a:buFont typeface="Times New Roman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323850">
              <a:lnSpc>
                <a:spcPct val="100000"/>
              </a:lnSpc>
              <a:spcBef>
                <a:spcPts val="5"/>
              </a:spcBef>
            </a:pPr>
            <a:r>
              <a:rPr dirty="0" sz="1000" spc="-30" b="1">
                <a:solidFill>
                  <a:srgbClr val="9CA2AE"/>
                </a:solidFill>
                <a:latin typeface="Arial"/>
                <a:cs typeface="Arial"/>
              </a:rPr>
              <a:t>SOLUTION</a:t>
            </a:r>
            <a:r>
              <a:rPr dirty="0" sz="1000" spc="-10" b="1">
                <a:solidFill>
                  <a:srgbClr val="9CA2AE"/>
                </a:solidFill>
                <a:latin typeface="Arial"/>
                <a:cs typeface="Arial"/>
              </a:rPr>
              <a:t> OVERVIEW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000">
              <a:latin typeface="Arial"/>
              <a:cs typeface="Arial"/>
            </a:endParaRPr>
          </a:p>
          <a:p>
            <a:pPr marL="117475" indent="-69850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11747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Automates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detection,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reducing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reliance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manual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error-prone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endParaRPr sz="14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processes</a:t>
            </a:r>
            <a:endParaRPr sz="1400">
              <a:latin typeface="Times New Roman"/>
              <a:cs typeface="Times New Roman"/>
            </a:endParaRPr>
          </a:p>
          <a:p>
            <a:pPr marL="117475" indent="-69850">
              <a:lnSpc>
                <a:spcPct val="100000"/>
              </a:lnSpc>
              <a:buSzPct val="92857"/>
              <a:buChar char="•"/>
              <a:tabLst>
                <a:tab pos="11747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compact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deep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meet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low-power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real-time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constraints</a:t>
            </a:r>
            <a:endParaRPr sz="1400">
              <a:latin typeface="Times New Roman"/>
              <a:cs typeface="Times New Roman"/>
            </a:endParaRPr>
          </a:p>
          <a:p>
            <a:pPr marL="55244" marR="450850" indent="-7620">
              <a:lnSpc>
                <a:spcPct val="100000"/>
              </a:lnSpc>
              <a:buSzPct val="92857"/>
              <a:buChar char="•"/>
              <a:tabLst>
                <a:tab pos="11747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on-device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inference,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eliminating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latency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dependency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r>
              <a:rPr dirty="0" sz="1400" spc="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connectivity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,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connectivity.</a:t>
            </a:r>
            <a:endParaRPr sz="1400">
              <a:latin typeface="Times New Roman"/>
              <a:cs typeface="Times New Roman"/>
            </a:endParaRPr>
          </a:p>
          <a:p>
            <a:pPr marL="117475" indent="-69850">
              <a:lnSpc>
                <a:spcPct val="100000"/>
              </a:lnSpc>
              <a:buSzPct val="92857"/>
              <a:buChar char="•"/>
              <a:tabLst>
                <a:tab pos="11747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scalable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consistent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across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multiple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types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04859" y="2084832"/>
            <a:ext cx="2996183" cy="38816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500" y="1333500"/>
            <a:ext cx="76200" cy="410209"/>
          </a:xfrm>
          <a:custGeom>
            <a:avLst/>
            <a:gdLst/>
            <a:ahLst/>
            <a:cxnLst/>
            <a:rect l="l" t="t" r="r" b="b"/>
            <a:pathLst>
              <a:path w="76200" h="410210">
                <a:moveTo>
                  <a:pt x="76200" y="0"/>
                </a:moveTo>
                <a:lnTo>
                  <a:pt x="0" y="0"/>
                </a:lnTo>
                <a:lnTo>
                  <a:pt x="0" y="409955"/>
                </a:lnTo>
                <a:lnTo>
                  <a:pt x="76200" y="409955"/>
                </a:lnTo>
                <a:lnTo>
                  <a:pt x="76200" y="0"/>
                </a:lnTo>
                <a:close/>
              </a:path>
            </a:pathLst>
          </a:custGeom>
          <a:solidFill>
            <a:srgbClr val="87E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1317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Proposed</a:t>
            </a:r>
            <a:r>
              <a:rPr dirty="0" spc="-4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Solution</a:t>
            </a:r>
            <a:r>
              <a:rPr dirty="0" spc="-2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-</a:t>
            </a:r>
            <a:r>
              <a:rPr dirty="0" spc="-7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Edge-</a:t>
            </a:r>
            <a:r>
              <a:rPr dirty="0" sz="2400">
                <a:latin typeface="Times New Roman"/>
                <a:cs typeface="Times New Roman"/>
              </a:rPr>
              <a:t>AI</a:t>
            </a:r>
            <a:r>
              <a:rPr dirty="0" sz="2400" spc="-1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Based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Semiconductor</a:t>
            </a:r>
            <a:r>
              <a:rPr dirty="0" sz="2400" spc="-120">
                <a:latin typeface="Times New Roman"/>
                <a:cs typeface="Times New Roman"/>
              </a:rPr>
              <a:t> </a:t>
            </a:r>
            <a:r>
              <a:rPr dirty="0" sz="2400" spc="-25">
                <a:latin typeface="Times New Roman"/>
                <a:cs typeface="Times New Roman"/>
              </a:rPr>
              <a:t>Wafer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Defect</a:t>
            </a:r>
            <a:r>
              <a:rPr dirty="0" sz="2400" spc="-3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Classification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53212" y="2004060"/>
            <a:ext cx="11087100" cy="4587240"/>
            <a:chOff x="553212" y="2004060"/>
            <a:chExt cx="11087100" cy="4587240"/>
          </a:xfrm>
        </p:grpSpPr>
        <p:sp>
          <p:nvSpPr>
            <p:cNvPr id="5" name="object 5" descr=""/>
            <p:cNvSpPr/>
            <p:nvPr/>
          </p:nvSpPr>
          <p:spPr>
            <a:xfrm>
              <a:off x="571500" y="2022348"/>
              <a:ext cx="11049000" cy="4552315"/>
            </a:xfrm>
            <a:custGeom>
              <a:avLst/>
              <a:gdLst/>
              <a:ahLst/>
              <a:cxnLst/>
              <a:rect l="l" t="t" r="r" b="b"/>
              <a:pathLst>
                <a:path w="11049000" h="4552315">
                  <a:moveTo>
                    <a:pt x="11018393" y="0"/>
                  </a:moveTo>
                  <a:lnTo>
                    <a:pt x="30594" y="0"/>
                  </a:lnTo>
                  <a:lnTo>
                    <a:pt x="18688" y="2407"/>
                  </a:lnTo>
                  <a:lnTo>
                    <a:pt x="8963" y="8969"/>
                  </a:lnTo>
                  <a:lnTo>
                    <a:pt x="2405" y="18698"/>
                  </a:lnTo>
                  <a:lnTo>
                    <a:pt x="0" y="30606"/>
                  </a:lnTo>
                  <a:lnTo>
                    <a:pt x="0" y="4521593"/>
                  </a:lnTo>
                  <a:lnTo>
                    <a:pt x="2405" y="4533499"/>
                  </a:lnTo>
                  <a:lnTo>
                    <a:pt x="8963" y="4543224"/>
                  </a:lnTo>
                  <a:lnTo>
                    <a:pt x="18688" y="4549782"/>
                  </a:lnTo>
                  <a:lnTo>
                    <a:pt x="30594" y="4552188"/>
                  </a:lnTo>
                  <a:lnTo>
                    <a:pt x="11018393" y="4552188"/>
                  </a:lnTo>
                  <a:lnTo>
                    <a:pt x="11030301" y="4549782"/>
                  </a:lnTo>
                  <a:lnTo>
                    <a:pt x="11040030" y="4543224"/>
                  </a:lnTo>
                  <a:lnTo>
                    <a:pt x="11046592" y="4533499"/>
                  </a:lnTo>
                  <a:lnTo>
                    <a:pt x="11049000" y="4521593"/>
                  </a:lnTo>
                  <a:lnTo>
                    <a:pt x="11049000" y="30606"/>
                  </a:lnTo>
                  <a:lnTo>
                    <a:pt x="11046592" y="18698"/>
                  </a:lnTo>
                  <a:lnTo>
                    <a:pt x="11040030" y="8969"/>
                  </a:lnTo>
                  <a:lnTo>
                    <a:pt x="11030301" y="2407"/>
                  </a:lnTo>
                  <a:lnTo>
                    <a:pt x="11018393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500" y="2022348"/>
              <a:ext cx="11049000" cy="4552315"/>
            </a:xfrm>
            <a:custGeom>
              <a:avLst/>
              <a:gdLst/>
              <a:ahLst/>
              <a:cxnLst/>
              <a:rect l="l" t="t" r="r" b="b"/>
              <a:pathLst>
                <a:path w="11049000" h="4552315">
                  <a:moveTo>
                    <a:pt x="0" y="30606"/>
                  </a:moveTo>
                  <a:lnTo>
                    <a:pt x="2405" y="18698"/>
                  </a:lnTo>
                  <a:lnTo>
                    <a:pt x="8963" y="8969"/>
                  </a:lnTo>
                  <a:lnTo>
                    <a:pt x="18688" y="2407"/>
                  </a:lnTo>
                  <a:lnTo>
                    <a:pt x="30594" y="0"/>
                  </a:lnTo>
                  <a:lnTo>
                    <a:pt x="11018393" y="0"/>
                  </a:lnTo>
                  <a:lnTo>
                    <a:pt x="11030301" y="2407"/>
                  </a:lnTo>
                  <a:lnTo>
                    <a:pt x="11040030" y="8969"/>
                  </a:lnTo>
                  <a:lnTo>
                    <a:pt x="11046592" y="18698"/>
                  </a:lnTo>
                  <a:lnTo>
                    <a:pt x="11049000" y="30606"/>
                  </a:lnTo>
                  <a:lnTo>
                    <a:pt x="11049000" y="4521593"/>
                  </a:lnTo>
                  <a:lnTo>
                    <a:pt x="11046592" y="4533499"/>
                  </a:lnTo>
                  <a:lnTo>
                    <a:pt x="11040030" y="4543224"/>
                  </a:lnTo>
                  <a:lnTo>
                    <a:pt x="11030301" y="4549782"/>
                  </a:lnTo>
                  <a:lnTo>
                    <a:pt x="11018393" y="4552188"/>
                  </a:lnTo>
                  <a:lnTo>
                    <a:pt x="30594" y="4552188"/>
                  </a:lnTo>
                  <a:lnTo>
                    <a:pt x="18688" y="4549782"/>
                  </a:lnTo>
                  <a:lnTo>
                    <a:pt x="8963" y="4543224"/>
                  </a:lnTo>
                  <a:lnTo>
                    <a:pt x="2405" y="4533499"/>
                  </a:lnTo>
                  <a:lnTo>
                    <a:pt x="0" y="4521593"/>
                  </a:lnTo>
                  <a:lnTo>
                    <a:pt x="0" y="30606"/>
                  </a:lnTo>
                  <a:close/>
                </a:path>
              </a:pathLst>
            </a:custGeom>
            <a:ln w="12191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2004060"/>
              <a:ext cx="228600" cy="22707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2262" y="2023110"/>
              <a:ext cx="11049000" cy="4549140"/>
            </a:xfrm>
            <a:custGeom>
              <a:avLst/>
              <a:gdLst/>
              <a:ahLst/>
              <a:cxnLst/>
              <a:rect l="l" t="t" r="r" b="b"/>
              <a:pathLst>
                <a:path w="11049000" h="4549140">
                  <a:moveTo>
                    <a:pt x="10858500" y="188975"/>
                  </a:moveTo>
                  <a:lnTo>
                    <a:pt x="11049000" y="188975"/>
                  </a:lnTo>
                  <a:lnTo>
                    <a:pt x="11049000" y="0"/>
                  </a:lnTo>
                  <a:lnTo>
                    <a:pt x="10858500" y="0"/>
                  </a:lnTo>
                  <a:lnTo>
                    <a:pt x="10858500" y="188975"/>
                  </a:lnTo>
                  <a:close/>
                </a:path>
                <a:path w="11049000" h="4549140">
                  <a:moveTo>
                    <a:pt x="0" y="4549140"/>
                  </a:moveTo>
                  <a:lnTo>
                    <a:pt x="190500" y="4549140"/>
                  </a:lnTo>
                  <a:lnTo>
                    <a:pt x="190500" y="4358640"/>
                  </a:lnTo>
                  <a:lnTo>
                    <a:pt x="0" y="4358640"/>
                  </a:lnTo>
                  <a:lnTo>
                    <a:pt x="0" y="4549140"/>
                  </a:lnTo>
                  <a:close/>
                </a:path>
                <a:path w="11049000" h="4549140">
                  <a:moveTo>
                    <a:pt x="10858500" y="4549140"/>
                  </a:moveTo>
                  <a:lnTo>
                    <a:pt x="11049000" y="4549140"/>
                  </a:lnTo>
                  <a:lnTo>
                    <a:pt x="11049000" y="4358640"/>
                  </a:lnTo>
                  <a:lnTo>
                    <a:pt x="10858500" y="4358640"/>
                  </a:lnTo>
                  <a:lnTo>
                    <a:pt x="10858500" y="4549140"/>
                  </a:lnTo>
                  <a:close/>
                </a:path>
              </a:pathLst>
            </a:custGeom>
            <a:ln w="38100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95934" y="2230374"/>
              <a:ext cx="571500" cy="530860"/>
            </a:xfrm>
            <a:custGeom>
              <a:avLst/>
              <a:gdLst/>
              <a:ahLst/>
              <a:cxnLst/>
              <a:rect l="l" t="t" r="r" b="b"/>
              <a:pathLst>
                <a:path w="571500" h="530860">
                  <a:moveTo>
                    <a:pt x="285750" y="0"/>
                  </a:moveTo>
                  <a:lnTo>
                    <a:pt x="234387" y="4273"/>
                  </a:lnTo>
                  <a:lnTo>
                    <a:pt x="186044" y="16592"/>
                  </a:lnTo>
                  <a:lnTo>
                    <a:pt x="141528" y="36209"/>
                  </a:lnTo>
                  <a:lnTo>
                    <a:pt x="101647" y="62373"/>
                  </a:lnTo>
                  <a:lnTo>
                    <a:pt x="67206" y="94335"/>
                  </a:lnTo>
                  <a:lnTo>
                    <a:pt x="39014" y="131346"/>
                  </a:lnTo>
                  <a:lnTo>
                    <a:pt x="17877" y="172656"/>
                  </a:lnTo>
                  <a:lnTo>
                    <a:pt x="4603" y="217515"/>
                  </a:lnTo>
                  <a:lnTo>
                    <a:pt x="0" y="265175"/>
                  </a:lnTo>
                  <a:lnTo>
                    <a:pt x="4603" y="312836"/>
                  </a:lnTo>
                  <a:lnTo>
                    <a:pt x="17877" y="357695"/>
                  </a:lnTo>
                  <a:lnTo>
                    <a:pt x="39014" y="399005"/>
                  </a:lnTo>
                  <a:lnTo>
                    <a:pt x="67206" y="436016"/>
                  </a:lnTo>
                  <a:lnTo>
                    <a:pt x="101647" y="467978"/>
                  </a:lnTo>
                  <a:lnTo>
                    <a:pt x="141528" y="494142"/>
                  </a:lnTo>
                  <a:lnTo>
                    <a:pt x="186044" y="513759"/>
                  </a:lnTo>
                  <a:lnTo>
                    <a:pt x="234387" y="526078"/>
                  </a:lnTo>
                  <a:lnTo>
                    <a:pt x="285750" y="530351"/>
                  </a:lnTo>
                  <a:lnTo>
                    <a:pt x="337125" y="526078"/>
                  </a:lnTo>
                  <a:lnTo>
                    <a:pt x="385475" y="513759"/>
                  </a:lnTo>
                  <a:lnTo>
                    <a:pt x="429993" y="494142"/>
                  </a:lnTo>
                  <a:lnTo>
                    <a:pt x="469873" y="467978"/>
                  </a:lnTo>
                  <a:lnTo>
                    <a:pt x="504310" y="436016"/>
                  </a:lnTo>
                  <a:lnTo>
                    <a:pt x="532496" y="399005"/>
                  </a:lnTo>
                  <a:lnTo>
                    <a:pt x="553628" y="357695"/>
                  </a:lnTo>
                  <a:lnTo>
                    <a:pt x="566897" y="312836"/>
                  </a:lnTo>
                  <a:lnTo>
                    <a:pt x="571500" y="265175"/>
                  </a:lnTo>
                  <a:lnTo>
                    <a:pt x="566897" y="217515"/>
                  </a:lnTo>
                  <a:lnTo>
                    <a:pt x="553628" y="172656"/>
                  </a:lnTo>
                  <a:lnTo>
                    <a:pt x="532496" y="131346"/>
                  </a:lnTo>
                  <a:lnTo>
                    <a:pt x="504310" y="94335"/>
                  </a:lnTo>
                  <a:lnTo>
                    <a:pt x="469873" y="62373"/>
                  </a:lnTo>
                  <a:lnTo>
                    <a:pt x="429993" y="36209"/>
                  </a:lnTo>
                  <a:lnTo>
                    <a:pt x="385475" y="16592"/>
                  </a:lnTo>
                  <a:lnTo>
                    <a:pt x="337125" y="4273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95934" y="2230374"/>
              <a:ext cx="571500" cy="530860"/>
            </a:xfrm>
            <a:custGeom>
              <a:avLst/>
              <a:gdLst/>
              <a:ahLst/>
              <a:cxnLst/>
              <a:rect l="l" t="t" r="r" b="b"/>
              <a:pathLst>
                <a:path w="571500" h="530860">
                  <a:moveTo>
                    <a:pt x="0" y="265175"/>
                  </a:moveTo>
                  <a:lnTo>
                    <a:pt x="4603" y="217515"/>
                  </a:lnTo>
                  <a:lnTo>
                    <a:pt x="17877" y="172656"/>
                  </a:lnTo>
                  <a:lnTo>
                    <a:pt x="39014" y="131346"/>
                  </a:lnTo>
                  <a:lnTo>
                    <a:pt x="67206" y="94335"/>
                  </a:lnTo>
                  <a:lnTo>
                    <a:pt x="101647" y="62373"/>
                  </a:lnTo>
                  <a:lnTo>
                    <a:pt x="141528" y="36209"/>
                  </a:lnTo>
                  <a:lnTo>
                    <a:pt x="186044" y="16592"/>
                  </a:lnTo>
                  <a:lnTo>
                    <a:pt x="234387" y="4273"/>
                  </a:lnTo>
                  <a:lnTo>
                    <a:pt x="285750" y="0"/>
                  </a:lnTo>
                  <a:lnTo>
                    <a:pt x="337125" y="4273"/>
                  </a:lnTo>
                  <a:lnTo>
                    <a:pt x="385475" y="16592"/>
                  </a:lnTo>
                  <a:lnTo>
                    <a:pt x="429993" y="36209"/>
                  </a:lnTo>
                  <a:lnTo>
                    <a:pt x="469873" y="62373"/>
                  </a:lnTo>
                  <a:lnTo>
                    <a:pt x="504310" y="94335"/>
                  </a:lnTo>
                  <a:lnTo>
                    <a:pt x="532496" y="131346"/>
                  </a:lnTo>
                  <a:lnTo>
                    <a:pt x="553628" y="172656"/>
                  </a:lnTo>
                  <a:lnTo>
                    <a:pt x="566897" y="217515"/>
                  </a:lnTo>
                  <a:lnTo>
                    <a:pt x="571500" y="265175"/>
                  </a:lnTo>
                  <a:lnTo>
                    <a:pt x="566897" y="312836"/>
                  </a:lnTo>
                  <a:lnTo>
                    <a:pt x="553628" y="357695"/>
                  </a:lnTo>
                  <a:lnTo>
                    <a:pt x="532496" y="399005"/>
                  </a:lnTo>
                  <a:lnTo>
                    <a:pt x="504310" y="436016"/>
                  </a:lnTo>
                  <a:lnTo>
                    <a:pt x="469873" y="467978"/>
                  </a:lnTo>
                  <a:lnTo>
                    <a:pt x="429993" y="494142"/>
                  </a:lnTo>
                  <a:lnTo>
                    <a:pt x="385475" y="513759"/>
                  </a:lnTo>
                  <a:lnTo>
                    <a:pt x="337125" y="526078"/>
                  </a:lnTo>
                  <a:lnTo>
                    <a:pt x="285750" y="530351"/>
                  </a:lnTo>
                  <a:lnTo>
                    <a:pt x="234387" y="526078"/>
                  </a:lnTo>
                  <a:lnTo>
                    <a:pt x="186044" y="513759"/>
                  </a:lnTo>
                  <a:lnTo>
                    <a:pt x="141528" y="494142"/>
                  </a:lnTo>
                  <a:lnTo>
                    <a:pt x="101647" y="467978"/>
                  </a:lnTo>
                  <a:lnTo>
                    <a:pt x="67206" y="436016"/>
                  </a:lnTo>
                  <a:lnTo>
                    <a:pt x="39014" y="399005"/>
                  </a:lnTo>
                  <a:lnTo>
                    <a:pt x="17877" y="357695"/>
                  </a:lnTo>
                  <a:lnTo>
                    <a:pt x="4603" y="312836"/>
                  </a:lnTo>
                  <a:lnTo>
                    <a:pt x="0" y="265175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9700" y="2337816"/>
              <a:ext cx="286054" cy="32156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0418" y="2247265"/>
              <a:ext cx="8855710" cy="22872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0639" y="2513965"/>
              <a:ext cx="4141216" cy="227457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961644" y="3267456"/>
              <a:ext cx="5043170" cy="3114040"/>
            </a:xfrm>
            <a:custGeom>
              <a:avLst/>
              <a:gdLst/>
              <a:ahLst/>
              <a:cxnLst/>
              <a:rect l="l" t="t" r="r" b="b"/>
              <a:pathLst>
                <a:path w="5043170" h="3114040">
                  <a:moveTo>
                    <a:pt x="4909693" y="0"/>
                  </a:moveTo>
                  <a:lnTo>
                    <a:pt x="133159" y="0"/>
                  </a:lnTo>
                  <a:lnTo>
                    <a:pt x="91069" y="6783"/>
                  </a:lnTo>
                  <a:lnTo>
                    <a:pt x="54515" y="25680"/>
                  </a:lnTo>
                  <a:lnTo>
                    <a:pt x="25690" y="54507"/>
                  </a:lnTo>
                  <a:lnTo>
                    <a:pt x="6788" y="91082"/>
                  </a:lnTo>
                  <a:lnTo>
                    <a:pt x="0" y="133223"/>
                  </a:lnTo>
                  <a:lnTo>
                    <a:pt x="0" y="2980359"/>
                  </a:lnTo>
                  <a:lnTo>
                    <a:pt x="6788" y="3022451"/>
                  </a:lnTo>
                  <a:lnTo>
                    <a:pt x="25690" y="3059008"/>
                  </a:lnTo>
                  <a:lnTo>
                    <a:pt x="54515" y="3087836"/>
                  </a:lnTo>
                  <a:lnTo>
                    <a:pt x="91069" y="3106742"/>
                  </a:lnTo>
                  <a:lnTo>
                    <a:pt x="133159" y="3113532"/>
                  </a:lnTo>
                  <a:lnTo>
                    <a:pt x="4909693" y="3113532"/>
                  </a:lnTo>
                  <a:lnTo>
                    <a:pt x="4951833" y="3106742"/>
                  </a:lnTo>
                  <a:lnTo>
                    <a:pt x="4988408" y="3087836"/>
                  </a:lnTo>
                  <a:lnTo>
                    <a:pt x="5017235" y="3059008"/>
                  </a:lnTo>
                  <a:lnTo>
                    <a:pt x="5036132" y="3022451"/>
                  </a:lnTo>
                  <a:lnTo>
                    <a:pt x="5042916" y="2980359"/>
                  </a:lnTo>
                  <a:lnTo>
                    <a:pt x="5042916" y="133223"/>
                  </a:lnTo>
                  <a:lnTo>
                    <a:pt x="5036132" y="91082"/>
                  </a:lnTo>
                  <a:lnTo>
                    <a:pt x="5017235" y="54507"/>
                  </a:lnTo>
                  <a:lnTo>
                    <a:pt x="4988408" y="25680"/>
                  </a:lnTo>
                  <a:lnTo>
                    <a:pt x="4951833" y="6783"/>
                  </a:lnTo>
                  <a:lnTo>
                    <a:pt x="4909693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1644" y="3267456"/>
              <a:ext cx="5043170" cy="3114040"/>
            </a:xfrm>
            <a:custGeom>
              <a:avLst/>
              <a:gdLst/>
              <a:ahLst/>
              <a:cxnLst/>
              <a:rect l="l" t="t" r="r" b="b"/>
              <a:pathLst>
                <a:path w="5043170" h="3114040">
                  <a:moveTo>
                    <a:pt x="0" y="133223"/>
                  </a:moveTo>
                  <a:lnTo>
                    <a:pt x="6788" y="91082"/>
                  </a:lnTo>
                  <a:lnTo>
                    <a:pt x="25690" y="54507"/>
                  </a:lnTo>
                  <a:lnTo>
                    <a:pt x="54515" y="25680"/>
                  </a:lnTo>
                  <a:lnTo>
                    <a:pt x="91069" y="6783"/>
                  </a:lnTo>
                  <a:lnTo>
                    <a:pt x="133159" y="0"/>
                  </a:lnTo>
                  <a:lnTo>
                    <a:pt x="4909693" y="0"/>
                  </a:lnTo>
                  <a:lnTo>
                    <a:pt x="4951833" y="6783"/>
                  </a:lnTo>
                  <a:lnTo>
                    <a:pt x="4988408" y="25680"/>
                  </a:lnTo>
                  <a:lnTo>
                    <a:pt x="5017235" y="54507"/>
                  </a:lnTo>
                  <a:lnTo>
                    <a:pt x="5036132" y="91082"/>
                  </a:lnTo>
                  <a:lnTo>
                    <a:pt x="5042916" y="133223"/>
                  </a:lnTo>
                  <a:lnTo>
                    <a:pt x="5042916" y="2980359"/>
                  </a:lnTo>
                  <a:lnTo>
                    <a:pt x="5036132" y="3022451"/>
                  </a:lnTo>
                  <a:lnTo>
                    <a:pt x="5017235" y="3059008"/>
                  </a:lnTo>
                  <a:lnTo>
                    <a:pt x="4988408" y="3087836"/>
                  </a:lnTo>
                  <a:lnTo>
                    <a:pt x="4951833" y="3106742"/>
                  </a:lnTo>
                  <a:lnTo>
                    <a:pt x="4909693" y="3113532"/>
                  </a:lnTo>
                  <a:lnTo>
                    <a:pt x="133159" y="3113532"/>
                  </a:lnTo>
                  <a:lnTo>
                    <a:pt x="91069" y="3106742"/>
                  </a:lnTo>
                  <a:lnTo>
                    <a:pt x="54515" y="3087836"/>
                  </a:lnTo>
                  <a:lnTo>
                    <a:pt x="25690" y="3059008"/>
                  </a:lnTo>
                  <a:lnTo>
                    <a:pt x="6788" y="3022451"/>
                  </a:lnTo>
                  <a:lnTo>
                    <a:pt x="0" y="2980359"/>
                  </a:lnTo>
                  <a:lnTo>
                    <a:pt x="0" y="133223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49248" y="2919475"/>
            <a:ext cx="11931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9CA2AE"/>
                </a:solidFill>
                <a:latin typeface="Malgun Gothic Semilight"/>
                <a:cs typeface="Malgun Gothic Semilight"/>
              </a:rPr>
              <a:t>SOLUTION</a:t>
            </a:r>
            <a:r>
              <a:rPr dirty="0" sz="1000" spc="180">
                <a:solidFill>
                  <a:srgbClr val="9CA2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>
                <a:solidFill>
                  <a:srgbClr val="9CA2AE"/>
                </a:solidFill>
                <a:latin typeface="Malgun Gothic Semilight"/>
                <a:cs typeface="Malgun Gothic Semilight"/>
              </a:rPr>
              <a:t>DETAILS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17803" y="3479419"/>
            <a:ext cx="4806950" cy="2586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marR="3302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proposed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convolutional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neural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classify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semiconductor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wafer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defects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inspection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lightweight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MobileNetV2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 architecture</a:t>
            </a:r>
            <a:r>
              <a:rPr dirty="0" sz="14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employed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meet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14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deployment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constraints</a:t>
            </a:r>
            <a:endParaRPr sz="1400">
              <a:latin typeface="Calibri"/>
              <a:cs typeface="Calibri"/>
            </a:endParaRPr>
          </a:p>
          <a:p>
            <a:pPr marL="299085" marR="26416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ImageNet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pretraining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enables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stable training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limited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defect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299085" marR="27432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Images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resized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224×224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converted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3-channel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compatibility</a:t>
            </a:r>
            <a:endParaRPr sz="1400">
              <a:latin typeface="Calibri"/>
              <a:cs typeface="Calibri"/>
            </a:endParaRPr>
          </a:p>
          <a:p>
            <a:pPr marL="299085" marR="399415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dirty="0" sz="14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exported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ONNX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format</a:t>
            </a:r>
            <a:r>
              <a:rPr dirty="0" sz="14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ensure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portability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14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platforms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designed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4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time,</a:t>
            </a:r>
            <a:r>
              <a:rPr dirty="0" sz="14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low-power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inference</a:t>
            </a:r>
            <a:r>
              <a:rPr dirty="0" sz="14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embedded</a:t>
            </a:r>
            <a:r>
              <a:rPr dirty="0" sz="14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devices.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8484" y="2575560"/>
            <a:ext cx="5332475" cy="38054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1350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 sz="2400" spc="50" b="0">
                <a:latin typeface="Malgun Gothic Semilight"/>
                <a:cs typeface="Malgun Gothic Semilight"/>
              </a:rPr>
              <a:t>Innovation</a:t>
            </a:r>
            <a:r>
              <a:rPr dirty="0" sz="2400" spc="195" b="0">
                <a:latin typeface="Malgun Gothic Semilight"/>
                <a:cs typeface="Malgun Gothic Semilight"/>
              </a:rPr>
              <a:t> </a:t>
            </a:r>
            <a:r>
              <a:rPr dirty="0" sz="2400" b="0">
                <a:latin typeface="Malgun Gothic Semilight"/>
                <a:cs typeface="Malgun Gothic Semilight"/>
              </a:rPr>
              <a:t>and</a:t>
            </a:r>
            <a:r>
              <a:rPr dirty="0" sz="2400" spc="180" b="0">
                <a:latin typeface="Malgun Gothic Semilight"/>
                <a:cs typeface="Malgun Gothic Semilight"/>
              </a:rPr>
              <a:t> </a:t>
            </a:r>
            <a:r>
              <a:rPr dirty="0" sz="2400" b="0">
                <a:latin typeface="Malgun Gothic Semilight"/>
                <a:cs typeface="Malgun Gothic Semilight"/>
              </a:rPr>
              <a:t>Uniquenes</a:t>
            </a:r>
            <a:r>
              <a:rPr dirty="0" sz="2400" spc="-265" b="0">
                <a:latin typeface="Malgun Gothic Semilight"/>
                <a:cs typeface="Malgun Gothic Semilight"/>
              </a:rPr>
              <a:t> </a:t>
            </a:r>
            <a:r>
              <a:rPr dirty="0" sz="2400" spc="-50" b="0">
                <a:latin typeface="Malgun Gothic Semilight"/>
                <a:cs typeface="Malgun Gothic Semilight"/>
              </a:rPr>
              <a:t>s</a:t>
            </a:r>
            <a:endParaRPr sz="2400">
              <a:latin typeface="Malgun Gothic Semilight"/>
              <a:cs typeface="Malgun Gothic Semiligh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53212" y="1660905"/>
            <a:ext cx="11087100" cy="4930775"/>
            <a:chOff x="553212" y="1660905"/>
            <a:chExt cx="11087100" cy="4930775"/>
          </a:xfrm>
        </p:grpSpPr>
        <p:sp>
          <p:nvSpPr>
            <p:cNvPr id="4" name="object 4" descr=""/>
            <p:cNvSpPr/>
            <p:nvPr/>
          </p:nvSpPr>
          <p:spPr>
            <a:xfrm>
              <a:off x="571500" y="1667255"/>
              <a:ext cx="11049000" cy="4811395"/>
            </a:xfrm>
            <a:custGeom>
              <a:avLst/>
              <a:gdLst/>
              <a:ahLst/>
              <a:cxnLst/>
              <a:rect l="l" t="t" r="r" b="b"/>
              <a:pathLst>
                <a:path w="11049000" h="4811395">
                  <a:moveTo>
                    <a:pt x="11016615" y="0"/>
                  </a:moveTo>
                  <a:lnTo>
                    <a:pt x="32334" y="0"/>
                  </a:lnTo>
                  <a:lnTo>
                    <a:pt x="19748" y="2541"/>
                  </a:lnTo>
                  <a:lnTo>
                    <a:pt x="9471" y="9477"/>
                  </a:lnTo>
                  <a:lnTo>
                    <a:pt x="2541" y="19770"/>
                  </a:lnTo>
                  <a:lnTo>
                    <a:pt x="0" y="32385"/>
                  </a:lnTo>
                  <a:lnTo>
                    <a:pt x="0" y="4778933"/>
                  </a:lnTo>
                  <a:lnTo>
                    <a:pt x="2541" y="4791519"/>
                  </a:lnTo>
                  <a:lnTo>
                    <a:pt x="9471" y="4801796"/>
                  </a:lnTo>
                  <a:lnTo>
                    <a:pt x="19748" y="4808726"/>
                  </a:lnTo>
                  <a:lnTo>
                    <a:pt x="32334" y="4811268"/>
                  </a:lnTo>
                  <a:lnTo>
                    <a:pt x="11016615" y="4811268"/>
                  </a:lnTo>
                  <a:lnTo>
                    <a:pt x="11029229" y="4808726"/>
                  </a:lnTo>
                  <a:lnTo>
                    <a:pt x="11039522" y="4801796"/>
                  </a:lnTo>
                  <a:lnTo>
                    <a:pt x="11046458" y="4791519"/>
                  </a:lnTo>
                  <a:lnTo>
                    <a:pt x="11049000" y="4778933"/>
                  </a:lnTo>
                  <a:lnTo>
                    <a:pt x="11049000" y="32385"/>
                  </a:lnTo>
                  <a:lnTo>
                    <a:pt x="11046458" y="19770"/>
                  </a:lnTo>
                  <a:lnTo>
                    <a:pt x="11039522" y="9477"/>
                  </a:lnTo>
                  <a:lnTo>
                    <a:pt x="11029229" y="2541"/>
                  </a:lnTo>
                  <a:lnTo>
                    <a:pt x="11016615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71500" y="1667255"/>
              <a:ext cx="11049000" cy="4811395"/>
            </a:xfrm>
            <a:custGeom>
              <a:avLst/>
              <a:gdLst/>
              <a:ahLst/>
              <a:cxnLst/>
              <a:rect l="l" t="t" r="r" b="b"/>
              <a:pathLst>
                <a:path w="11049000" h="4811395">
                  <a:moveTo>
                    <a:pt x="0" y="32385"/>
                  </a:moveTo>
                  <a:lnTo>
                    <a:pt x="2541" y="19770"/>
                  </a:lnTo>
                  <a:lnTo>
                    <a:pt x="9471" y="9477"/>
                  </a:lnTo>
                  <a:lnTo>
                    <a:pt x="19748" y="2541"/>
                  </a:lnTo>
                  <a:lnTo>
                    <a:pt x="32334" y="0"/>
                  </a:lnTo>
                  <a:lnTo>
                    <a:pt x="11016615" y="0"/>
                  </a:lnTo>
                  <a:lnTo>
                    <a:pt x="11029229" y="2541"/>
                  </a:lnTo>
                  <a:lnTo>
                    <a:pt x="11039522" y="9477"/>
                  </a:lnTo>
                  <a:lnTo>
                    <a:pt x="11046458" y="19770"/>
                  </a:lnTo>
                  <a:lnTo>
                    <a:pt x="11049000" y="32385"/>
                  </a:lnTo>
                  <a:lnTo>
                    <a:pt x="11049000" y="4778933"/>
                  </a:lnTo>
                  <a:lnTo>
                    <a:pt x="11046458" y="4791519"/>
                  </a:lnTo>
                  <a:lnTo>
                    <a:pt x="11039522" y="4801796"/>
                  </a:lnTo>
                  <a:lnTo>
                    <a:pt x="11029229" y="4808726"/>
                  </a:lnTo>
                  <a:lnTo>
                    <a:pt x="11016615" y="4811268"/>
                  </a:lnTo>
                  <a:lnTo>
                    <a:pt x="32334" y="4811268"/>
                  </a:lnTo>
                  <a:lnTo>
                    <a:pt x="19748" y="4808726"/>
                  </a:lnTo>
                  <a:lnTo>
                    <a:pt x="9471" y="4801796"/>
                  </a:lnTo>
                  <a:lnTo>
                    <a:pt x="2541" y="4791519"/>
                  </a:lnTo>
                  <a:lnTo>
                    <a:pt x="0" y="4778933"/>
                  </a:lnTo>
                  <a:lnTo>
                    <a:pt x="0" y="32385"/>
                  </a:lnTo>
                  <a:close/>
                </a:path>
              </a:pathLst>
            </a:custGeom>
            <a:ln w="12192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2004059"/>
              <a:ext cx="228600" cy="22707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2262" y="2023109"/>
              <a:ext cx="11049000" cy="4549140"/>
            </a:xfrm>
            <a:custGeom>
              <a:avLst/>
              <a:gdLst/>
              <a:ahLst/>
              <a:cxnLst/>
              <a:rect l="l" t="t" r="r" b="b"/>
              <a:pathLst>
                <a:path w="11049000" h="4549140">
                  <a:moveTo>
                    <a:pt x="10858500" y="188975"/>
                  </a:moveTo>
                  <a:lnTo>
                    <a:pt x="11049000" y="188975"/>
                  </a:lnTo>
                  <a:lnTo>
                    <a:pt x="11049000" y="0"/>
                  </a:lnTo>
                  <a:lnTo>
                    <a:pt x="10858500" y="0"/>
                  </a:lnTo>
                  <a:lnTo>
                    <a:pt x="10858500" y="188975"/>
                  </a:lnTo>
                  <a:close/>
                </a:path>
                <a:path w="11049000" h="4549140">
                  <a:moveTo>
                    <a:pt x="0" y="4549140"/>
                  </a:moveTo>
                  <a:lnTo>
                    <a:pt x="190500" y="4549140"/>
                  </a:lnTo>
                  <a:lnTo>
                    <a:pt x="190500" y="4358640"/>
                  </a:lnTo>
                  <a:lnTo>
                    <a:pt x="0" y="4358640"/>
                  </a:lnTo>
                  <a:lnTo>
                    <a:pt x="0" y="4549140"/>
                  </a:lnTo>
                  <a:close/>
                </a:path>
                <a:path w="11049000" h="4549140">
                  <a:moveTo>
                    <a:pt x="10858500" y="4549140"/>
                  </a:moveTo>
                  <a:lnTo>
                    <a:pt x="11049000" y="4549140"/>
                  </a:lnTo>
                  <a:lnTo>
                    <a:pt x="11049000" y="4358640"/>
                  </a:lnTo>
                  <a:lnTo>
                    <a:pt x="10858500" y="4358640"/>
                  </a:lnTo>
                  <a:lnTo>
                    <a:pt x="10858500" y="4549140"/>
                  </a:lnTo>
                  <a:close/>
                </a:path>
              </a:pathLst>
            </a:custGeom>
            <a:ln w="38100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53262" y="1744217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lnTo>
                    <a:pt x="239401" y="3738"/>
                  </a:lnTo>
                  <a:lnTo>
                    <a:pt x="195432" y="14563"/>
                  </a:lnTo>
                  <a:lnTo>
                    <a:pt x="154433" y="31886"/>
                  </a:lnTo>
                  <a:lnTo>
                    <a:pt x="116991" y="55120"/>
                  </a:lnTo>
                  <a:lnTo>
                    <a:pt x="83696" y="83677"/>
                  </a:lnTo>
                  <a:lnTo>
                    <a:pt x="55134" y="116970"/>
                  </a:lnTo>
                  <a:lnTo>
                    <a:pt x="31895" y="154411"/>
                  </a:lnTo>
                  <a:lnTo>
                    <a:pt x="14568" y="195413"/>
                  </a:lnTo>
                  <a:lnTo>
                    <a:pt x="3740" y="239388"/>
                  </a:lnTo>
                  <a:lnTo>
                    <a:pt x="0" y="285750"/>
                  </a:lnTo>
                  <a:lnTo>
                    <a:pt x="3740" y="332111"/>
                  </a:lnTo>
                  <a:lnTo>
                    <a:pt x="14568" y="376086"/>
                  </a:lnTo>
                  <a:lnTo>
                    <a:pt x="31895" y="417088"/>
                  </a:lnTo>
                  <a:lnTo>
                    <a:pt x="55134" y="454529"/>
                  </a:lnTo>
                  <a:lnTo>
                    <a:pt x="83696" y="487822"/>
                  </a:lnTo>
                  <a:lnTo>
                    <a:pt x="116991" y="516379"/>
                  </a:lnTo>
                  <a:lnTo>
                    <a:pt x="154433" y="539613"/>
                  </a:lnTo>
                  <a:lnTo>
                    <a:pt x="195432" y="556936"/>
                  </a:lnTo>
                  <a:lnTo>
                    <a:pt x="239401" y="567761"/>
                  </a:lnTo>
                  <a:lnTo>
                    <a:pt x="285750" y="571500"/>
                  </a:lnTo>
                  <a:lnTo>
                    <a:pt x="332111" y="567761"/>
                  </a:lnTo>
                  <a:lnTo>
                    <a:pt x="376086" y="556936"/>
                  </a:lnTo>
                  <a:lnTo>
                    <a:pt x="417088" y="539613"/>
                  </a:lnTo>
                  <a:lnTo>
                    <a:pt x="454529" y="516379"/>
                  </a:lnTo>
                  <a:lnTo>
                    <a:pt x="487822" y="487822"/>
                  </a:lnTo>
                  <a:lnTo>
                    <a:pt x="516379" y="454529"/>
                  </a:lnTo>
                  <a:lnTo>
                    <a:pt x="539613" y="417088"/>
                  </a:lnTo>
                  <a:lnTo>
                    <a:pt x="556936" y="376086"/>
                  </a:lnTo>
                  <a:lnTo>
                    <a:pt x="567761" y="332111"/>
                  </a:lnTo>
                  <a:lnTo>
                    <a:pt x="571500" y="285750"/>
                  </a:lnTo>
                  <a:lnTo>
                    <a:pt x="567761" y="239388"/>
                  </a:lnTo>
                  <a:lnTo>
                    <a:pt x="556936" y="195413"/>
                  </a:lnTo>
                  <a:lnTo>
                    <a:pt x="539613" y="154411"/>
                  </a:lnTo>
                  <a:lnTo>
                    <a:pt x="516379" y="116970"/>
                  </a:lnTo>
                  <a:lnTo>
                    <a:pt x="487822" y="83677"/>
                  </a:lnTo>
                  <a:lnTo>
                    <a:pt x="454529" y="55120"/>
                  </a:lnTo>
                  <a:lnTo>
                    <a:pt x="417088" y="31886"/>
                  </a:lnTo>
                  <a:lnTo>
                    <a:pt x="376086" y="14563"/>
                  </a:lnTo>
                  <a:lnTo>
                    <a:pt x="332111" y="3738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53262" y="1744217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285750"/>
                  </a:moveTo>
                  <a:lnTo>
                    <a:pt x="3740" y="239388"/>
                  </a:lnTo>
                  <a:lnTo>
                    <a:pt x="14568" y="195413"/>
                  </a:lnTo>
                  <a:lnTo>
                    <a:pt x="31895" y="154411"/>
                  </a:lnTo>
                  <a:lnTo>
                    <a:pt x="55134" y="116970"/>
                  </a:lnTo>
                  <a:lnTo>
                    <a:pt x="83696" y="83677"/>
                  </a:lnTo>
                  <a:lnTo>
                    <a:pt x="116991" y="55120"/>
                  </a:lnTo>
                  <a:lnTo>
                    <a:pt x="154433" y="31886"/>
                  </a:lnTo>
                  <a:lnTo>
                    <a:pt x="195432" y="14563"/>
                  </a:lnTo>
                  <a:lnTo>
                    <a:pt x="239401" y="3738"/>
                  </a:lnTo>
                  <a:lnTo>
                    <a:pt x="285750" y="0"/>
                  </a:lnTo>
                  <a:lnTo>
                    <a:pt x="332111" y="3738"/>
                  </a:lnTo>
                  <a:lnTo>
                    <a:pt x="376086" y="14563"/>
                  </a:lnTo>
                  <a:lnTo>
                    <a:pt x="417088" y="31886"/>
                  </a:lnTo>
                  <a:lnTo>
                    <a:pt x="454529" y="55120"/>
                  </a:lnTo>
                  <a:lnTo>
                    <a:pt x="487822" y="83677"/>
                  </a:lnTo>
                  <a:lnTo>
                    <a:pt x="516379" y="116970"/>
                  </a:lnTo>
                  <a:lnTo>
                    <a:pt x="539613" y="154411"/>
                  </a:lnTo>
                  <a:lnTo>
                    <a:pt x="556936" y="195413"/>
                  </a:lnTo>
                  <a:lnTo>
                    <a:pt x="567761" y="239388"/>
                  </a:lnTo>
                  <a:lnTo>
                    <a:pt x="571500" y="285750"/>
                  </a:lnTo>
                  <a:lnTo>
                    <a:pt x="567761" y="332111"/>
                  </a:lnTo>
                  <a:lnTo>
                    <a:pt x="556936" y="376086"/>
                  </a:lnTo>
                  <a:lnTo>
                    <a:pt x="539613" y="417088"/>
                  </a:lnTo>
                  <a:lnTo>
                    <a:pt x="516379" y="454529"/>
                  </a:lnTo>
                  <a:lnTo>
                    <a:pt x="487822" y="487822"/>
                  </a:lnTo>
                  <a:lnTo>
                    <a:pt x="454529" y="516379"/>
                  </a:lnTo>
                  <a:lnTo>
                    <a:pt x="417088" y="539613"/>
                  </a:lnTo>
                  <a:lnTo>
                    <a:pt x="376086" y="556936"/>
                  </a:lnTo>
                  <a:lnTo>
                    <a:pt x="332111" y="567761"/>
                  </a:lnTo>
                  <a:lnTo>
                    <a:pt x="285750" y="571500"/>
                  </a:lnTo>
                  <a:lnTo>
                    <a:pt x="239401" y="567761"/>
                  </a:lnTo>
                  <a:lnTo>
                    <a:pt x="195432" y="556936"/>
                  </a:lnTo>
                  <a:lnTo>
                    <a:pt x="154433" y="539613"/>
                  </a:lnTo>
                  <a:lnTo>
                    <a:pt x="116991" y="516379"/>
                  </a:lnTo>
                  <a:lnTo>
                    <a:pt x="83696" y="487822"/>
                  </a:lnTo>
                  <a:lnTo>
                    <a:pt x="55134" y="454529"/>
                  </a:lnTo>
                  <a:lnTo>
                    <a:pt x="31895" y="417088"/>
                  </a:lnTo>
                  <a:lnTo>
                    <a:pt x="14568" y="376086"/>
                  </a:lnTo>
                  <a:lnTo>
                    <a:pt x="3740" y="332111"/>
                  </a:lnTo>
                  <a:lnTo>
                    <a:pt x="0" y="285750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184" y="1918715"/>
              <a:ext cx="170230" cy="22860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7317" y="1849500"/>
              <a:ext cx="7496302" cy="202819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04672" y="2578608"/>
              <a:ext cx="5020310" cy="1430020"/>
            </a:xfrm>
            <a:custGeom>
              <a:avLst/>
              <a:gdLst/>
              <a:ahLst/>
              <a:cxnLst/>
              <a:rect l="l" t="t" r="r" b="b"/>
              <a:pathLst>
                <a:path w="5020310" h="1430020">
                  <a:moveTo>
                    <a:pt x="4971288" y="0"/>
                  </a:moveTo>
                  <a:lnTo>
                    <a:pt x="48768" y="0"/>
                  </a:lnTo>
                  <a:lnTo>
                    <a:pt x="29784" y="3833"/>
                  </a:lnTo>
                  <a:lnTo>
                    <a:pt x="14282" y="14287"/>
                  </a:lnTo>
                  <a:lnTo>
                    <a:pt x="3832" y="29789"/>
                  </a:lnTo>
                  <a:lnTo>
                    <a:pt x="0" y="48767"/>
                  </a:lnTo>
                  <a:lnTo>
                    <a:pt x="0" y="1380743"/>
                  </a:lnTo>
                  <a:lnTo>
                    <a:pt x="3832" y="1399722"/>
                  </a:lnTo>
                  <a:lnTo>
                    <a:pt x="14282" y="1415224"/>
                  </a:lnTo>
                  <a:lnTo>
                    <a:pt x="29784" y="1425678"/>
                  </a:lnTo>
                  <a:lnTo>
                    <a:pt x="48768" y="1429511"/>
                  </a:lnTo>
                  <a:lnTo>
                    <a:pt x="4971288" y="1429511"/>
                  </a:lnTo>
                  <a:lnTo>
                    <a:pt x="4990266" y="1425678"/>
                  </a:lnTo>
                  <a:lnTo>
                    <a:pt x="5005768" y="1415224"/>
                  </a:lnTo>
                  <a:lnTo>
                    <a:pt x="5016222" y="1399722"/>
                  </a:lnTo>
                  <a:lnTo>
                    <a:pt x="5020056" y="1380743"/>
                  </a:lnTo>
                  <a:lnTo>
                    <a:pt x="5020056" y="48767"/>
                  </a:lnTo>
                  <a:lnTo>
                    <a:pt x="5016222" y="29789"/>
                  </a:lnTo>
                  <a:lnTo>
                    <a:pt x="5005768" y="14287"/>
                  </a:lnTo>
                  <a:lnTo>
                    <a:pt x="4990266" y="3833"/>
                  </a:lnTo>
                  <a:lnTo>
                    <a:pt x="4971288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04672" y="2578608"/>
              <a:ext cx="5020310" cy="1430020"/>
            </a:xfrm>
            <a:custGeom>
              <a:avLst/>
              <a:gdLst/>
              <a:ahLst/>
              <a:cxnLst/>
              <a:rect l="l" t="t" r="r" b="b"/>
              <a:pathLst>
                <a:path w="5020310" h="1430020">
                  <a:moveTo>
                    <a:pt x="0" y="48767"/>
                  </a:moveTo>
                  <a:lnTo>
                    <a:pt x="3832" y="29789"/>
                  </a:lnTo>
                  <a:lnTo>
                    <a:pt x="14282" y="14287"/>
                  </a:lnTo>
                  <a:lnTo>
                    <a:pt x="29784" y="3833"/>
                  </a:lnTo>
                  <a:lnTo>
                    <a:pt x="48768" y="0"/>
                  </a:lnTo>
                  <a:lnTo>
                    <a:pt x="4971288" y="0"/>
                  </a:lnTo>
                  <a:lnTo>
                    <a:pt x="4990266" y="3833"/>
                  </a:lnTo>
                  <a:lnTo>
                    <a:pt x="5005768" y="14287"/>
                  </a:lnTo>
                  <a:lnTo>
                    <a:pt x="5016222" y="29789"/>
                  </a:lnTo>
                  <a:lnTo>
                    <a:pt x="5020056" y="48767"/>
                  </a:lnTo>
                  <a:lnTo>
                    <a:pt x="5020056" y="1380743"/>
                  </a:lnTo>
                  <a:lnTo>
                    <a:pt x="5016222" y="1399722"/>
                  </a:lnTo>
                  <a:lnTo>
                    <a:pt x="5005768" y="1415224"/>
                  </a:lnTo>
                  <a:lnTo>
                    <a:pt x="4990266" y="1425678"/>
                  </a:lnTo>
                  <a:lnTo>
                    <a:pt x="4971288" y="1429511"/>
                  </a:lnTo>
                  <a:lnTo>
                    <a:pt x="48768" y="1429511"/>
                  </a:lnTo>
                  <a:lnTo>
                    <a:pt x="29784" y="1425678"/>
                  </a:lnTo>
                  <a:lnTo>
                    <a:pt x="14282" y="1415224"/>
                  </a:lnTo>
                  <a:lnTo>
                    <a:pt x="3832" y="1399722"/>
                  </a:lnTo>
                  <a:lnTo>
                    <a:pt x="0" y="1380743"/>
                  </a:lnTo>
                  <a:lnTo>
                    <a:pt x="0" y="48767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812684" y="2325750"/>
            <a:ext cx="5004435" cy="16090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2738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9CA2AE"/>
                </a:solidFill>
                <a:latin typeface="Malgun Gothic Semilight"/>
                <a:cs typeface="Malgun Gothic Semilight"/>
              </a:rPr>
              <a:t>KEY</a:t>
            </a:r>
            <a:r>
              <a:rPr dirty="0" sz="1000" spc="220">
                <a:solidFill>
                  <a:srgbClr val="9CA2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>
                <a:solidFill>
                  <a:srgbClr val="9CA2AE"/>
                </a:solidFill>
                <a:latin typeface="Malgun Gothic Semilight"/>
                <a:cs typeface="Malgun Gothic Semilight"/>
              </a:rPr>
              <a:t>INNOVATION</a:t>
            </a:r>
            <a:endParaRPr sz="1000">
              <a:latin typeface="Malgun Gothic Semilight"/>
              <a:cs typeface="Malgun Gothic Semilight"/>
            </a:endParaRPr>
          </a:p>
          <a:p>
            <a:pPr marL="159385" marR="589915" indent="-7620">
              <a:lnSpc>
                <a:spcPct val="100000"/>
              </a:lnSpc>
              <a:spcBef>
                <a:spcPts val="1190"/>
              </a:spcBef>
              <a:buSzPct val="92857"/>
              <a:buChar char="•"/>
              <a:tabLst>
                <a:tab pos="22161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innovation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novel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application</a:t>
            </a:r>
            <a:r>
              <a:rPr dirty="0" sz="1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lightweight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imes New Roman"/>
                <a:cs typeface="Times New Roman"/>
              </a:rPr>
              <a:t>edge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AI</a:t>
            </a:r>
            <a:r>
              <a:rPr dirty="0" sz="1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real-time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semiconductor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endParaRPr sz="1400">
              <a:latin typeface="Times New Roman"/>
              <a:cs typeface="Times New Roman"/>
            </a:endParaRPr>
          </a:p>
          <a:p>
            <a:pPr marL="159385" marR="411480" indent="-7620">
              <a:lnSpc>
                <a:spcPct val="100000"/>
              </a:lnSpc>
              <a:buSzPct val="92857"/>
              <a:buChar char="•"/>
              <a:tabLst>
                <a:tab pos="22161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solution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fully</a:t>
            </a:r>
            <a:r>
              <a:rPr dirty="0" sz="1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offline,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on-device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inference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without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internet</a:t>
            </a:r>
            <a:r>
              <a:rPr dirty="0" sz="1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connectivity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eliminating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dependency</a:t>
            </a:r>
            <a:endParaRPr sz="1400">
              <a:latin typeface="Times New Roman"/>
              <a:cs typeface="Times New Roman"/>
            </a:endParaRPr>
          </a:p>
          <a:p>
            <a:pPr marL="159385" marR="766445" indent="-7620">
              <a:lnSpc>
                <a:spcPct val="100000"/>
              </a:lnSpc>
              <a:buSzPct val="92857"/>
              <a:buChar char="•"/>
              <a:tabLst>
                <a:tab pos="22161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edge-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first,</a:t>
            </a:r>
            <a:r>
              <a:rPr dirty="0" sz="1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portable</a:t>
            </a:r>
            <a:r>
              <a:rPr dirty="0" sz="1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workflow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ONNX</a:t>
            </a:r>
            <a:r>
              <a:rPr dirty="0" sz="1400" spc="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allows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deployment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low-power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embedded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platforms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6199378" y="2572257"/>
            <a:ext cx="5033010" cy="1442720"/>
            <a:chOff x="6199378" y="2572257"/>
            <a:chExt cx="5033010" cy="1442720"/>
          </a:xfrm>
        </p:grpSpPr>
        <p:sp>
          <p:nvSpPr>
            <p:cNvPr id="16" name="object 16" descr=""/>
            <p:cNvSpPr/>
            <p:nvPr/>
          </p:nvSpPr>
          <p:spPr>
            <a:xfrm>
              <a:off x="6205728" y="2578607"/>
              <a:ext cx="5020310" cy="1430020"/>
            </a:xfrm>
            <a:custGeom>
              <a:avLst/>
              <a:gdLst/>
              <a:ahLst/>
              <a:cxnLst/>
              <a:rect l="l" t="t" r="r" b="b"/>
              <a:pathLst>
                <a:path w="5020309" h="1430020">
                  <a:moveTo>
                    <a:pt x="4971288" y="0"/>
                  </a:moveTo>
                  <a:lnTo>
                    <a:pt x="48768" y="0"/>
                  </a:lnTo>
                  <a:lnTo>
                    <a:pt x="29789" y="3833"/>
                  </a:lnTo>
                  <a:lnTo>
                    <a:pt x="14287" y="14287"/>
                  </a:lnTo>
                  <a:lnTo>
                    <a:pt x="3833" y="29789"/>
                  </a:lnTo>
                  <a:lnTo>
                    <a:pt x="0" y="48767"/>
                  </a:lnTo>
                  <a:lnTo>
                    <a:pt x="0" y="1380743"/>
                  </a:lnTo>
                  <a:lnTo>
                    <a:pt x="3833" y="1399722"/>
                  </a:lnTo>
                  <a:lnTo>
                    <a:pt x="14287" y="1415224"/>
                  </a:lnTo>
                  <a:lnTo>
                    <a:pt x="29789" y="1425678"/>
                  </a:lnTo>
                  <a:lnTo>
                    <a:pt x="48768" y="1429511"/>
                  </a:lnTo>
                  <a:lnTo>
                    <a:pt x="4971288" y="1429511"/>
                  </a:lnTo>
                  <a:lnTo>
                    <a:pt x="4990266" y="1425678"/>
                  </a:lnTo>
                  <a:lnTo>
                    <a:pt x="5005768" y="1415224"/>
                  </a:lnTo>
                  <a:lnTo>
                    <a:pt x="5016222" y="1399722"/>
                  </a:lnTo>
                  <a:lnTo>
                    <a:pt x="5020056" y="1380743"/>
                  </a:lnTo>
                  <a:lnTo>
                    <a:pt x="5020056" y="48767"/>
                  </a:lnTo>
                  <a:lnTo>
                    <a:pt x="5016222" y="29789"/>
                  </a:lnTo>
                  <a:lnTo>
                    <a:pt x="5005768" y="14287"/>
                  </a:lnTo>
                  <a:lnTo>
                    <a:pt x="4990266" y="3833"/>
                  </a:lnTo>
                  <a:lnTo>
                    <a:pt x="4971288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205728" y="2578607"/>
              <a:ext cx="5020310" cy="1430020"/>
            </a:xfrm>
            <a:custGeom>
              <a:avLst/>
              <a:gdLst/>
              <a:ahLst/>
              <a:cxnLst/>
              <a:rect l="l" t="t" r="r" b="b"/>
              <a:pathLst>
                <a:path w="5020309" h="1430020">
                  <a:moveTo>
                    <a:pt x="0" y="48767"/>
                  </a:moveTo>
                  <a:lnTo>
                    <a:pt x="3833" y="29789"/>
                  </a:lnTo>
                  <a:lnTo>
                    <a:pt x="14287" y="14287"/>
                  </a:lnTo>
                  <a:lnTo>
                    <a:pt x="29789" y="3833"/>
                  </a:lnTo>
                  <a:lnTo>
                    <a:pt x="48768" y="0"/>
                  </a:lnTo>
                  <a:lnTo>
                    <a:pt x="4971288" y="0"/>
                  </a:lnTo>
                  <a:lnTo>
                    <a:pt x="4990266" y="3833"/>
                  </a:lnTo>
                  <a:lnTo>
                    <a:pt x="5005768" y="14287"/>
                  </a:lnTo>
                  <a:lnTo>
                    <a:pt x="5016222" y="29789"/>
                  </a:lnTo>
                  <a:lnTo>
                    <a:pt x="5020056" y="48767"/>
                  </a:lnTo>
                  <a:lnTo>
                    <a:pt x="5020056" y="1380743"/>
                  </a:lnTo>
                  <a:lnTo>
                    <a:pt x="5016222" y="1399722"/>
                  </a:lnTo>
                  <a:lnTo>
                    <a:pt x="5005768" y="1415224"/>
                  </a:lnTo>
                  <a:lnTo>
                    <a:pt x="4990266" y="1425678"/>
                  </a:lnTo>
                  <a:lnTo>
                    <a:pt x="4971288" y="1429511"/>
                  </a:lnTo>
                  <a:lnTo>
                    <a:pt x="48768" y="1429511"/>
                  </a:lnTo>
                  <a:lnTo>
                    <a:pt x="29789" y="1425678"/>
                  </a:lnTo>
                  <a:lnTo>
                    <a:pt x="14287" y="1415224"/>
                  </a:lnTo>
                  <a:lnTo>
                    <a:pt x="3833" y="1399722"/>
                  </a:lnTo>
                  <a:lnTo>
                    <a:pt x="0" y="1380743"/>
                  </a:lnTo>
                  <a:lnTo>
                    <a:pt x="0" y="48767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213740" y="2298318"/>
            <a:ext cx="5004435" cy="16313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322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9CA2AE"/>
                </a:solidFill>
                <a:latin typeface="Malgun Gothic Semilight"/>
                <a:cs typeface="Malgun Gothic Semilight"/>
              </a:rPr>
              <a:t>COMPE</a:t>
            </a:r>
            <a:r>
              <a:rPr dirty="0" sz="1000" spc="-100">
                <a:solidFill>
                  <a:srgbClr val="9CA2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>
                <a:solidFill>
                  <a:srgbClr val="9CA2AE"/>
                </a:solidFill>
                <a:latin typeface="Malgun Gothic Semilight"/>
                <a:cs typeface="Malgun Gothic Semilight"/>
              </a:rPr>
              <a:t>TITIVE</a:t>
            </a:r>
            <a:r>
              <a:rPr dirty="0" sz="1000" spc="350">
                <a:solidFill>
                  <a:srgbClr val="9CA2AE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>
                <a:solidFill>
                  <a:srgbClr val="9CA2AE"/>
                </a:solidFill>
                <a:latin typeface="Malgun Gothic Semilight"/>
                <a:cs typeface="Malgun Gothic Semilight"/>
              </a:rPr>
              <a:t>ADVANTAGE</a:t>
            </a:r>
            <a:endParaRPr sz="1000">
              <a:latin typeface="Malgun Gothic Semilight"/>
              <a:cs typeface="Malgun Gothic Semilight"/>
            </a:endParaRPr>
          </a:p>
          <a:p>
            <a:pPr marL="244475" indent="-69850">
              <a:lnSpc>
                <a:spcPct val="100000"/>
              </a:lnSpc>
              <a:spcBef>
                <a:spcPts val="1360"/>
              </a:spcBef>
              <a:buSzPct val="92857"/>
              <a:buChar char="•"/>
              <a:tabLst>
                <a:tab pos="244475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time,</a:t>
            </a:r>
            <a:r>
              <a:rPr dirty="0" sz="1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offline</a:t>
            </a:r>
            <a:r>
              <a:rPr dirty="0" sz="1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removing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endParaRPr sz="140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latency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recurring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costs</a:t>
            </a:r>
            <a:endParaRPr sz="1400">
              <a:latin typeface="Times New Roman"/>
              <a:cs typeface="Times New Roman"/>
            </a:endParaRPr>
          </a:p>
          <a:p>
            <a:pPr marL="182880" marR="528320" indent="-7620">
              <a:lnSpc>
                <a:spcPct val="100000"/>
              </a:lnSpc>
              <a:buSzPct val="92857"/>
              <a:buChar char="•"/>
              <a:tabLst>
                <a:tab pos="24511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Uses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lightweight,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compact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1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lowers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requirements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deployment</a:t>
            </a:r>
            <a:endParaRPr sz="1400">
              <a:latin typeface="Times New Roman"/>
              <a:cs typeface="Times New Roman"/>
            </a:endParaRPr>
          </a:p>
          <a:p>
            <a:pPr marL="182880" marR="580390" indent="-7620">
              <a:lnSpc>
                <a:spcPct val="100000"/>
              </a:lnSpc>
              <a:buSzPct val="92857"/>
              <a:buChar char="•"/>
              <a:tabLst>
                <a:tab pos="24511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automated,</a:t>
            </a:r>
            <a:r>
              <a:rPr dirty="0" sz="1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consistent</a:t>
            </a:r>
            <a:r>
              <a:rPr dirty="0" sz="1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14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improving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efficiency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over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manual or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rule-based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59916" y="4028897"/>
            <a:ext cx="27819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70">
                <a:solidFill>
                  <a:srgbClr val="FFFFFF"/>
                </a:solidFill>
                <a:latin typeface="Malgun Gothic Semilight"/>
                <a:cs typeface="Malgun Gothic Semilight"/>
              </a:rPr>
              <a:t>Impact</a:t>
            </a:r>
            <a:r>
              <a:rPr dirty="0" sz="2400" spc="85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>
                <a:solidFill>
                  <a:srgbClr val="FFFFFF"/>
                </a:solidFill>
                <a:latin typeface="Malgun Gothic Semilight"/>
                <a:cs typeface="Malgun Gothic Semilight"/>
              </a:rPr>
              <a:t>and</a:t>
            </a:r>
            <a:r>
              <a:rPr dirty="0" sz="2400" spc="60">
                <a:solidFill>
                  <a:srgbClr val="FFFFFF"/>
                </a:solidFill>
                <a:latin typeface="Malgun Gothic Semilight"/>
                <a:cs typeface="Malgun Gothic Semilight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Malgun Gothic Semilight"/>
                <a:cs typeface="Malgun Gothic Semilight"/>
              </a:rPr>
              <a:t>Benefits</a:t>
            </a:r>
            <a:endParaRPr sz="2400">
              <a:latin typeface="Malgun Gothic Semilight"/>
              <a:cs typeface="Malgun Gothic Semiligh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853186" y="4476750"/>
            <a:ext cx="10151110" cy="1960880"/>
            <a:chOff x="853186" y="4476750"/>
            <a:chExt cx="10151110" cy="1960880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7438" y="4476750"/>
              <a:ext cx="9396349" cy="20459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8035" y="4712970"/>
              <a:ext cx="3346709" cy="204597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859536" y="5120640"/>
              <a:ext cx="4906010" cy="1310640"/>
            </a:xfrm>
            <a:custGeom>
              <a:avLst/>
              <a:gdLst/>
              <a:ahLst/>
              <a:cxnLst/>
              <a:rect l="l" t="t" r="r" b="b"/>
              <a:pathLst>
                <a:path w="4906010" h="1310639">
                  <a:moveTo>
                    <a:pt x="4842383" y="0"/>
                  </a:moveTo>
                  <a:lnTo>
                    <a:pt x="63385" y="0"/>
                  </a:lnTo>
                  <a:lnTo>
                    <a:pt x="38710" y="4972"/>
                  </a:lnTo>
                  <a:lnTo>
                    <a:pt x="18562" y="18542"/>
                  </a:lnTo>
                  <a:lnTo>
                    <a:pt x="4980" y="38683"/>
                  </a:lnTo>
                  <a:lnTo>
                    <a:pt x="0" y="63373"/>
                  </a:lnTo>
                  <a:lnTo>
                    <a:pt x="0" y="1247254"/>
                  </a:lnTo>
                  <a:lnTo>
                    <a:pt x="4980" y="1271929"/>
                  </a:lnTo>
                  <a:lnTo>
                    <a:pt x="18562" y="1292077"/>
                  </a:lnTo>
                  <a:lnTo>
                    <a:pt x="38710" y="1305659"/>
                  </a:lnTo>
                  <a:lnTo>
                    <a:pt x="63385" y="1310640"/>
                  </a:lnTo>
                  <a:lnTo>
                    <a:pt x="4842383" y="1310640"/>
                  </a:lnTo>
                  <a:lnTo>
                    <a:pt x="4867072" y="1305659"/>
                  </a:lnTo>
                  <a:lnTo>
                    <a:pt x="4887214" y="1292077"/>
                  </a:lnTo>
                  <a:lnTo>
                    <a:pt x="4900783" y="1271929"/>
                  </a:lnTo>
                  <a:lnTo>
                    <a:pt x="4905756" y="1247254"/>
                  </a:lnTo>
                  <a:lnTo>
                    <a:pt x="4905756" y="63373"/>
                  </a:lnTo>
                  <a:lnTo>
                    <a:pt x="4900783" y="38683"/>
                  </a:lnTo>
                  <a:lnTo>
                    <a:pt x="4887214" y="18542"/>
                  </a:lnTo>
                  <a:lnTo>
                    <a:pt x="4867072" y="4972"/>
                  </a:lnTo>
                  <a:lnTo>
                    <a:pt x="4842383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59536" y="5120640"/>
              <a:ext cx="4906010" cy="1310640"/>
            </a:xfrm>
            <a:custGeom>
              <a:avLst/>
              <a:gdLst/>
              <a:ahLst/>
              <a:cxnLst/>
              <a:rect l="l" t="t" r="r" b="b"/>
              <a:pathLst>
                <a:path w="4906010" h="1310639">
                  <a:moveTo>
                    <a:pt x="0" y="63373"/>
                  </a:moveTo>
                  <a:lnTo>
                    <a:pt x="4980" y="38683"/>
                  </a:lnTo>
                  <a:lnTo>
                    <a:pt x="18562" y="18542"/>
                  </a:lnTo>
                  <a:lnTo>
                    <a:pt x="38710" y="4972"/>
                  </a:lnTo>
                  <a:lnTo>
                    <a:pt x="63385" y="0"/>
                  </a:lnTo>
                  <a:lnTo>
                    <a:pt x="4842383" y="0"/>
                  </a:lnTo>
                  <a:lnTo>
                    <a:pt x="4867072" y="4972"/>
                  </a:lnTo>
                  <a:lnTo>
                    <a:pt x="4887214" y="18542"/>
                  </a:lnTo>
                  <a:lnTo>
                    <a:pt x="4900783" y="38683"/>
                  </a:lnTo>
                  <a:lnTo>
                    <a:pt x="4905756" y="63373"/>
                  </a:lnTo>
                  <a:lnTo>
                    <a:pt x="4905756" y="1247254"/>
                  </a:lnTo>
                  <a:lnTo>
                    <a:pt x="4900783" y="1271929"/>
                  </a:lnTo>
                  <a:lnTo>
                    <a:pt x="4887214" y="1292077"/>
                  </a:lnTo>
                  <a:lnTo>
                    <a:pt x="4867072" y="1305659"/>
                  </a:lnTo>
                  <a:lnTo>
                    <a:pt x="4842383" y="1310640"/>
                  </a:lnTo>
                  <a:lnTo>
                    <a:pt x="63385" y="1310640"/>
                  </a:lnTo>
                  <a:lnTo>
                    <a:pt x="38710" y="1305659"/>
                  </a:lnTo>
                  <a:lnTo>
                    <a:pt x="18562" y="1292077"/>
                  </a:lnTo>
                  <a:lnTo>
                    <a:pt x="4980" y="1271929"/>
                  </a:lnTo>
                  <a:lnTo>
                    <a:pt x="0" y="1247254"/>
                  </a:lnTo>
                  <a:lnTo>
                    <a:pt x="0" y="63373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1182420" y="5085079"/>
            <a:ext cx="4497070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0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Enables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time,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offline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detection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improving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speed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manufacturing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yield</a:t>
            </a:r>
            <a:endParaRPr sz="1400">
              <a:latin typeface="Times New Roman"/>
              <a:cs typeface="Times New Roman"/>
            </a:endParaRPr>
          </a:p>
          <a:p>
            <a:pPr marL="12700" marR="563245" indent="-7620">
              <a:lnSpc>
                <a:spcPct val="100000"/>
              </a:lnSpc>
              <a:spcBef>
                <a:spcPts val="5"/>
              </a:spcBef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power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consumption</a:t>
            </a:r>
            <a:r>
              <a:rPr dirty="0" sz="1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eliminating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cloud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dependency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heavy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hardware</a:t>
            </a:r>
            <a:endParaRPr sz="1400">
              <a:latin typeface="Times New Roman"/>
              <a:cs typeface="Times New Roman"/>
            </a:endParaRPr>
          </a:p>
          <a:p>
            <a:pPr marL="12700" marR="480695" indent="-7620">
              <a:lnSpc>
                <a:spcPct val="100000"/>
              </a:lnSpc>
              <a:buSzPct val="92857"/>
              <a:buChar char="•"/>
              <a:tabLst>
                <a:tab pos="74930" algn="l"/>
              </a:tabLst>
            </a:pP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Provides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consistent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reliable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classification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minimizing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human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error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quality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control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973836" y="5147817"/>
            <a:ext cx="10407650" cy="1214120"/>
            <a:chOff x="973836" y="5147817"/>
            <a:chExt cx="10407650" cy="1214120"/>
          </a:xfrm>
        </p:grpSpPr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3836" y="5154167"/>
              <a:ext cx="152400" cy="153923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6355080" y="5154167"/>
              <a:ext cx="5020310" cy="1201420"/>
            </a:xfrm>
            <a:custGeom>
              <a:avLst/>
              <a:gdLst/>
              <a:ahLst/>
              <a:cxnLst/>
              <a:rect l="l" t="t" r="r" b="b"/>
              <a:pathLst>
                <a:path w="5020309" h="1201420">
                  <a:moveTo>
                    <a:pt x="4962017" y="0"/>
                  </a:moveTo>
                  <a:lnTo>
                    <a:pt x="58039" y="0"/>
                  </a:lnTo>
                  <a:lnTo>
                    <a:pt x="35468" y="4568"/>
                  </a:lnTo>
                  <a:lnTo>
                    <a:pt x="17018" y="17017"/>
                  </a:lnTo>
                  <a:lnTo>
                    <a:pt x="4568" y="35468"/>
                  </a:lnTo>
                  <a:lnTo>
                    <a:pt x="0" y="58038"/>
                  </a:lnTo>
                  <a:lnTo>
                    <a:pt x="0" y="1142834"/>
                  </a:lnTo>
                  <a:lnTo>
                    <a:pt x="4568" y="1165443"/>
                  </a:lnTo>
                  <a:lnTo>
                    <a:pt x="17018" y="1183903"/>
                  </a:lnTo>
                  <a:lnTo>
                    <a:pt x="35468" y="1196348"/>
                  </a:lnTo>
                  <a:lnTo>
                    <a:pt x="58039" y="1200911"/>
                  </a:lnTo>
                  <a:lnTo>
                    <a:pt x="4962017" y="1200911"/>
                  </a:lnTo>
                  <a:lnTo>
                    <a:pt x="4984587" y="1196348"/>
                  </a:lnTo>
                  <a:lnTo>
                    <a:pt x="5003038" y="1183903"/>
                  </a:lnTo>
                  <a:lnTo>
                    <a:pt x="5015487" y="1165443"/>
                  </a:lnTo>
                  <a:lnTo>
                    <a:pt x="5020056" y="1142834"/>
                  </a:lnTo>
                  <a:lnTo>
                    <a:pt x="5020056" y="58038"/>
                  </a:lnTo>
                  <a:lnTo>
                    <a:pt x="5015487" y="35468"/>
                  </a:lnTo>
                  <a:lnTo>
                    <a:pt x="5003037" y="17017"/>
                  </a:lnTo>
                  <a:lnTo>
                    <a:pt x="4984587" y="4568"/>
                  </a:lnTo>
                  <a:lnTo>
                    <a:pt x="4962017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355080" y="5154167"/>
              <a:ext cx="5020310" cy="1201420"/>
            </a:xfrm>
            <a:custGeom>
              <a:avLst/>
              <a:gdLst/>
              <a:ahLst/>
              <a:cxnLst/>
              <a:rect l="l" t="t" r="r" b="b"/>
              <a:pathLst>
                <a:path w="5020309" h="1201420">
                  <a:moveTo>
                    <a:pt x="0" y="58038"/>
                  </a:moveTo>
                  <a:lnTo>
                    <a:pt x="4568" y="35468"/>
                  </a:lnTo>
                  <a:lnTo>
                    <a:pt x="17018" y="17017"/>
                  </a:lnTo>
                  <a:lnTo>
                    <a:pt x="35468" y="4568"/>
                  </a:lnTo>
                  <a:lnTo>
                    <a:pt x="58039" y="0"/>
                  </a:lnTo>
                  <a:lnTo>
                    <a:pt x="4962017" y="0"/>
                  </a:lnTo>
                  <a:lnTo>
                    <a:pt x="4984587" y="4568"/>
                  </a:lnTo>
                  <a:lnTo>
                    <a:pt x="5003037" y="17017"/>
                  </a:lnTo>
                  <a:lnTo>
                    <a:pt x="5015487" y="35468"/>
                  </a:lnTo>
                  <a:lnTo>
                    <a:pt x="5020056" y="58038"/>
                  </a:lnTo>
                  <a:lnTo>
                    <a:pt x="5020056" y="1142834"/>
                  </a:lnTo>
                  <a:lnTo>
                    <a:pt x="5015487" y="1165443"/>
                  </a:lnTo>
                  <a:lnTo>
                    <a:pt x="5003038" y="1183903"/>
                  </a:lnTo>
                  <a:lnTo>
                    <a:pt x="4984587" y="1196348"/>
                  </a:lnTo>
                  <a:lnTo>
                    <a:pt x="4962017" y="1200911"/>
                  </a:lnTo>
                  <a:lnTo>
                    <a:pt x="58039" y="1200911"/>
                  </a:lnTo>
                  <a:lnTo>
                    <a:pt x="35468" y="1196348"/>
                  </a:lnTo>
                  <a:lnTo>
                    <a:pt x="17018" y="1183903"/>
                  </a:lnTo>
                  <a:lnTo>
                    <a:pt x="4568" y="1165443"/>
                  </a:lnTo>
                  <a:lnTo>
                    <a:pt x="0" y="1142834"/>
                  </a:lnTo>
                  <a:lnTo>
                    <a:pt x="0" y="58038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6363460" y="5191759"/>
            <a:ext cx="5003800" cy="1093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1490" indent="-69850">
              <a:lnSpc>
                <a:spcPct val="100000"/>
              </a:lnSpc>
              <a:spcBef>
                <a:spcPts val="100"/>
              </a:spcBef>
              <a:buSzPct val="92857"/>
              <a:buFont typeface="Times New Roman"/>
              <a:buChar char="•"/>
              <a:tabLst>
                <a:tab pos="491490" algn="l"/>
              </a:tabLst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2×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faster</a:t>
            </a:r>
            <a:r>
              <a:rPr dirty="0" sz="1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endParaRPr sz="1400">
              <a:latin typeface="Times New Roman"/>
              <a:cs typeface="Times New Roman"/>
            </a:endParaRPr>
          </a:p>
          <a:p>
            <a:pPr marL="490855" indent="-69850">
              <a:lnSpc>
                <a:spcPct val="100000"/>
              </a:lnSpc>
              <a:spcBef>
                <a:spcPts val="5"/>
              </a:spcBef>
              <a:buSzPct val="92857"/>
              <a:buFont typeface="Times New Roman"/>
              <a:buChar char="•"/>
              <a:tabLst>
                <a:tab pos="490855" algn="l"/>
              </a:tabLst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Reduced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r>
              <a:rPr dirty="0" sz="1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latency</a:t>
            </a:r>
            <a:endParaRPr sz="1400">
              <a:latin typeface="Times New Roman"/>
              <a:cs typeface="Times New Roman"/>
            </a:endParaRPr>
          </a:p>
          <a:p>
            <a:pPr marL="491490" indent="-69850">
              <a:lnSpc>
                <a:spcPct val="100000"/>
              </a:lnSpc>
              <a:buSzPct val="92857"/>
              <a:buFont typeface="Times New Roman"/>
              <a:buChar char="•"/>
              <a:tabLst>
                <a:tab pos="491490" algn="l"/>
              </a:tabLst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Lower</a:t>
            </a:r>
            <a:r>
              <a:rPr dirty="0" sz="1400" spc="-5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operational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Times New Roman"/>
                <a:cs typeface="Times New Roman"/>
              </a:rPr>
              <a:t>cost</a:t>
            </a:r>
            <a:endParaRPr sz="1400">
              <a:latin typeface="Times New Roman"/>
              <a:cs typeface="Times New Roman"/>
            </a:endParaRPr>
          </a:p>
          <a:p>
            <a:pPr marL="491490" indent="-69850">
              <a:lnSpc>
                <a:spcPct val="100000"/>
              </a:lnSpc>
              <a:buSzPct val="92857"/>
              <a:buFont typeface="Times New Roman"/>
              <a:buChar char="•"/>
              <a:tabLst>
                <a:tab pos="491490" algn="l"/>
              </a:tabLst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Improved</a:t>
            </a:r>
            <a:r>
              <a:rPr dirty="0" sz="14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inspection</a:t>
            </a:r>
            <a:r>
              <a:rPr dirty="0" sz="1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consistency</a:t>
            </a:r>
            <a:endParaRPr sz="1400">
              <a:latin typeface="Times New Roman"/>
              <a:cs typeface="Times New Roman"/>
            </a:endParaRPr>
          </a:p>
          <a:p>
            <a:pPr marL="491490" indent="-69850">
              <a:lnSpc>
                <a:spcPct val="100000"/>
              </a:lnSpc>
              <a:buSzPct val="92857"/>
              <a:buFont typeface="Times New Roman"/>
              <a:buChar char="•"/>
              <a:tabLst>
                <a:tab pos="491490" algn="l"/>
              </a:tabLst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Compact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dirty="0" sz="1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(&lt;</a:t>
            </a:r>
            <a:r>
              <a:rPr dirty="0" sz="1400" spc="-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XX</a:t>
            </a:r>
            <a:r>
              <a:rPr dirty="0" sz="1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MB)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1" name="object 3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28816" y="5273040"/>
            <a:ext cx="155346" cy="1371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500" y="1237488"/>
            <a:ext cx="76200" cy="410209"/>
          </a:xfrm>
          <a:custGeom>
            <a:avLst/>
            <a:gdLst/>
            <a:ahLst/>
            <a:cxnLst/>
            <a:rect l="l" t="t" r="r" b="b"/>
            <a:pathLst>
              <a:path w="76200" h="410210">
                <a:moveTo>
                  <a:pt x="76200" y="0"/>
                </a:moveTo>
                <a:lnTo>
                  <a:pt x="0" y="0"/>
                </a:lnTo>
                <a:lnTo>
                  <a:pt x="0" y="409955"/>
                </a:lnTo>
                <a:lnTo>
                  <a:pt x="76200" y="409955"/>
                </a:lnTo>
                <a:lnTo>
                  <a:pt x="76200" y="0"/>
                </a:lnTo>
                <a:close/>
              </a:path>
            </a:pathLst>
          </a:custGeom>
          <a:solidFill>
            <a:srgbClr val="87E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098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 spc="45" b="0">
                <a:latin typeface="Malgun Gothic Semilight"/>
                <a:cs typeface="Malgun Gothic Semilight"/>
              </a:rPr>
              <a:t>Technology</a:t>
            </a:r>
            <a:r>
              <a:rPr dirty="0" spc="270" b="0">
                <a:latin typeface="Malgun Gothic Semilight"/>
                <a:cs typeface="Malgun Gothic Semilight"/>
              </a:rPr>
              <a:t> </a:t>
            </a:r>
            <a:r>
              <a:rPr dirty="0" b="0">
                <a:latin typeface="Malgun Gothic Semilight"/>
                <a:cs typeface="Malgun Gothic Semilight"/>
              </a:rPr>
              <a:t>&amp;</a:t>
            </a:r>
            <a:r>
              <a:rPr dirty="0" spc="30" b="0">
                <a:latin typeface="Malgun Gothic Semilight"/>
                <a:cs typeface="Malgun Gothic Semilight"/>
              </a:rPr>
              <a:t> </a:t>
            </a:r>
            <a:r>
              <a:rPr dirty="0" b="0">
                <a:latin typeface="Malgun Gothic Semilight"/>
                <a:cs typeface="Malgun Gothic Semilight"/>
              </a:rPr>
              <a:t>Feas</a:t>
            </a:r>
            <a:r>
              <a:rPr dirty="0" spc="-355" b="0">
                <a:latin typeface="Malgun Gothic Semilight"/>
                <a:cs typeface="Malgun Gothic Semilight"/>
              </a:rPr>
              <a:t> </a:t>
            </a:r>
            <a:r>
              <a:rPr dirty="0" spc="55" b="0">
                <a:latin typeface="Malgun Gothic Semilight"/>
                <a:cs typeface="Malgun Gothic Semilight"/>
              </a:rPr>
              <a:t>ibility/Methodology</a:t>
            </a:r>
            <a:r>
              <a:rPr dirty="0" spc="275" b="0">
                <a:latin typeface="Malgun Gothic Semilight"/>
                <a:cs typeface="Malgun Gothic Semilight"/>
              </a:rPr>
              <a:t> </a:t>
            </a:r>
            <a:r>
              <a:rPr dirty="0" spc="65" b="0">
                <a:latin typeface="Malgun Gothic Semilight"/>
                <a:cs typeface="Malgun Gothic Semilight"/>
              </a:rPr>
              <a:t>Used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53212" y="1772348"/>
            <a:ext cx="11087100" cy="4819015"/>
            <a:chOff x="553212" y="1772348"/>
            <a:chExt cx="11087100" cy="4819015"/>
          </a:xfrm>
        </p:grpSpPr>
        <p:sp>
          <p:nvSpPr>
            <p:cNvPr id="5" name="object 5" descr=""/>
            <p:cNvSpPr/>
            <p:nvPr/>
          </p:nvSpPr>
          <p:spPr>
            <a:xfrm>
              <a:off x="571500" y="1879091"/>
              <a:ext cx="11049000" cy="4695825"/>
            </a:xfrm>
            <a:custGeom>
              <a:avLst/>
              <a:gdLst/>
              <a:ahLst/>
              <a:cxnLst/>
              <a:rect l="l" t="t" r="r" b="b"/>
              <a:pathLst>
                <a:path w="11049000" h="4695825">
                  <a:moveTo>
                    <a:pt x="11019282" y="0"/>
                  </a:moveTo>
                  <a:lnTo>
                    <a:pt x="29679" y="0"/>
                  </a:lnTo>
                  <a:lnTo>
                    <a:pt x="18125" y="2339"/>
                  </a:lnTo>
                  <a:lnTo>
                    <a:pt x="8691" y="8715"/>
                  </a:lnTo>
                  <a:lnTo>
                    <a:pt x="2331" y="18162"/>
                  </a:lnTo>
                  <a:lnTo>
                    <a:pt x="0" y="29718"/>
                  </a:lnTo>
                  <a:lnTo>
                    <a:pt x="0" y="4665764"/>
                  </a:lnTo>
                  <a:lnTo>
                    <a:pt x="2331" y="4677318"/>
                  </a:lnTo>
                  <a:lnTo>
                    <a:pt x="8691" y="4686752"/>
                  </a:lnTo>
                  <a:lnTo>
                    <a:pt x="18125" y="4693112"/>
                  </a:lnTo>
                  <a:lnTo>
                    <a:pt x="29679" y="4695444"/>
                  </a:lnTo>
                  <a:lnTo>
                    <a:pt x="11019282" y="4695444"/>
                  </a:lnTo>
                  <a:lnTo>
                    <a:pt x="11030837" y="4693112"/>
                  </a:lnTo>
                  <a:lnTo>
                    <a:pt x="11040284" y="4686752"/>
                  </a:lnTo>
                  <a:lnTo>
                    <a:pt x="11046660" y="4677318"/>
                  </a:lnTo>
                  <a:lnTo>
                    <a:pt x="11049000" y="4665764"/>
                  </a:lnTo>
                  <a:lnTo>
                    <a:pt x="11049000" y="29718"/>
                  </a:lnTo>
                  <a:lnTo>
                    <a:pt x="11046660" y="18162"/>
                  </a:lnTo>
                  <a:lnTo>
                    <a:pt x="11040284" y="8715"/>
                  </a:lnTo>
                  <a:lnTo>
                    <a:pt x="11030837" y="2339"/>
                  </a:lnTo>
                  <a:lnTo>
                    <a:pt x="11019282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500" y="1879091"/>
              <a:ext cx="11049000" cy="4695825"/>
            </a:xfrm>
            <a:custGeom>
              <a:avLst/>
              <a:gdLst/>
              <a:ahLst/>
              <a:cxnLst/>
              <a:rect l="l" t="t" r="r" b="b"/>
              <a:pathLst>
                <a:path w="11049000" h="4695825">
                  <a:moveTo>
                    <a:pt x="0" y="29718"/>
                  </a:moveTo>
                  <a:lnTo>
                    <a:pt x="2331" y="18162"/>
                  </a:lnTo>
                  <a:lnTo>
                    <a:pt x="8691" y="8715"/>
                  </a:lnTo>
                  <a:lnTo>
                    <a:pt x="18125" y="2339"/>
                  </a:lnTo>
                  <a:lnTo>
                    <a:pt x="29679" y="0"/>
                  </a:lnTo>
                  <a:lnTo>
                    <a:pt x="11019282" y="0"/>
                  </a:lnTo>
                  <a:lnTo>
                    <a:pt x="11030837" y="2339"/>
                  </a:lnTo>
                  <a:lnTo>
                    <a:pt x="11040284" y="8715"/>
                  </a:lnTo>
                  <a:lnTo>
                    <a:pt x="11046660" y="18162"/>
                  </a:lnTo>
                  <a:lnTo>
                    <a:pt x="11049000" y="29718"/>
                  </a:lnTo>
                  <a:lnTo>
                    <a:pt x="11049000" y="4665764"/>
                  </a:lnTo>
                  <a:lnTo>
                    <a:pt x="11046660" y="4677318"/>
                  </a:lnTo>
                  <a:lnTo>
                    <a:pt x="11040284" y="4686752"/>
                  </a:lnTo>
                  <a:lnTo>
                    <a:pt x="11030837" y="4693112"/>
                  </a:lnTo>
                  <a:lnTo>
                    <a:pt x="11019282" y="4695444"/>
                  </a:lnTo>
                  <a:lnTo>
                    <a:pt x="29679" y="4695444"/>
                  </a:lnTo>
                  <a:lnTo>
                    <a:pt x="18125" y="4693112"/>
                  </a:lnTo>
                  <a:lnTo>
                    <a:pt x="8691" y="4686752"/>
                  </a:lnTo>
                  <a:lnTo>
                    <a:pt x="2331" y="4677318"/>
                  </a:lnTo>
                  <a:lnTo>
                    <a:pt x="0" y="4665764"/>
                  </a:lnTo>
                  <a:lnTo>
                    <a:pt x="0" y="29718"/>
                  </a:lnTo>
                  <a:close/>
                </a:path>
              </a:pathLst>
            </a:custGeom>
            <a:ln w="12192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1860803"/>
              <a:ext cx="228600" cy="2286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2262" y="1879853"/>
              <a:ext cx="11049000" cy="4692650"/>
            </a:xfrm>
            <a:custGeom>
              <a:avLst/>
              <a:gdLst/>
              <a:ahLst/>
              <a:cxnLst/>
              <a:rect l="l" t="t" r="r" b="b"/>
              <a:pathLst>
                <a:path w="11049000" h="4692650">
                  <a:moveTo>
                    <a:pt x="10858500" y="190500"/>
                  </a:moveTo>
                  <a:lnTo>
                    <a:pt x="11049000" y="190500"/>
                  </a:lnTo>
                  <a:lnTo>
                    <a:pt x="11049000" y="0"/>
                  </a:lnTo>
                  <a:lnTo>
                    <a:pt x="10858500" y="0"/>
                  </a:lnTo>
                  <a:lnTo>
                    <a:pt x="10858500" y="190500"/>
                  </a:lnTo>
                  <a:close/>
                </a:path>
                <a:path w="11049000" h="4692650">
                  <a:moveTo>
                    <a:pt x="0" y="4692396"/>
                  </a:moveTo>
                  <a:lnTo>
                    <a:pt x="190500" y="4692396"/>
                  </a:lnTo>
                  <a:lnTo>
                    <a:pt x="190500" y="4501896"/>
                  </a:lnTo>
                  <a:lnTo>
                    <a:pt x="0" y="4501896"/>
                  </a:lnTo>
                  <a:lnTo>
                    <a:pt x="0" y="4692396"/>
                  </a:lnTo>
                  <a:close/>
                </a:path>
                <a:path w="11049000" h="4692650">
                  <a:moveTo>
                    <a:pt x="10858500" y="4692396"/>
                  </a:moveTo>
                  <a:lnTo>
                    <a:pt x="11049000" y="4692396"/>
                  </a:lnTo>
                  <a:lnTo>
                    <a:pt x="11049000" y="4501896"/>
                  </a:lnTo>
                  <a:lnTo>
                    <a:pt x="10858500" y="4501896"/>
                  </a:lnTo>
                  <a:lnTo>
                    <a:pt x="10858500" y="4692396"/>
                  </a:lnTo>
                  <a:close/>
                </a:path>
              </a:pathLst>
            </a:custGeom>
            <a:ln w="38100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09650" y="1785365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50" y="0"/>
                  </a:moveTo>
                  <a:lnTo>
                    <a:pt x="239401" y="3738"/>
                  </a:lnTo>
                  <a:lnTo>
                    <a:pt x="195432" y="14563"/>
                  </a:lnTo>
                  <a:lnTo>
                    <a:pt x="154433" y="31886"/>
                  </a:lnTo>
                  <a:lnTo>
                    <a:pt x="116991" y="55120"/>
                  </a:lnTo>
                  <a:lnTo>
                    <a:pt x="83696" y="83677"/>
                  </a:lnTo>
                  <a:lnTo>
                    <a:pt x="55134" y="116970"/>
                  </a:lnTo>
                  <a:lnTo>
                    <a:pt x="31895" y="154411"/>
                  </a:lnTo>
                  <a:lnTo>
                    <a:pt x="14568" y="195413"/>
                  </a:lnTo>
                  <a:lnTo>
                    <a:pt x="3740" y="239388"/>
                  </a:lnTo>
                  <a:lnTo>
                    <a:pt x="0" y="285750"/>
                  </a:lnTo>
                  <a:lnTo>
                    <a:pt x="3740" y="332111"/>
                  </a:lnTo>
                  <a:lnTo>
                    <a:pt x="14568" y="376086"/>
                  </a:lnTo>
                  <a:lnTo>
                    <a:pt x="31895" y="417088"/>
                  </a:lnTo>
                  <a:lnTo>
                    <a:pt x="55134" y="454529"/>
                  </a:lnTo>
                  <a:lnTo>
                    <a:pt x="83696" y="487822"/>
                  </a:lnTo>
                  <a:lnTo>
                    <a:pt x="116991" y="516379"/>
                  </a:lnTo>
                  <a:lnTo>
                    <a:pt x="154433" y="539613"/>
                  </a:lnTo>
                  <a:lnTo>
                    <a:pt x="195432" y="556936"/>
                  </a:lnTo>
                  <a:lnTo>
                    <a:pt x="239401" y="567761"/>
                  </a:lnTo>
                  <a:lnTo>
                    <a:pt x="285750" y="571500"/>
                  </a:lnTo>
                  <a:lnTo>
                    <a:pt x="332111" y="567761"/>
                  </a:lnTo>
                  <a:lnTo>
                    <a:pt x="376086" y="556936"/>
                  </a:lnTo>
                  <a:lnTo>
                    <a:pt x="417088" y="539613"/>
                  </a:lnTo>
                  <a:lnTo>
                    <a:pt x="454529" y="516379"/>
                  </a:lnTo>
                  <a:lnTo>
                    <a:pt x="487822" y="487822"/>
                  </a:lnTo>
                  <a:lnTo>
                    <a:pt x="516379" y="454529"/>
                  </a:lnTo>
                  <a:lnTo>
                    <a:pt x="539613" y="417088"/>
                  </a:lnTo>
                  <a:lnTo>
                    <a:pt x="556936" y="376086"/>
                  </a:lnTo>
                  <a:lnTo>
                    <a:pt x="567761" y="332111"/>
                  </a:lnTo>
                  <a:lnTo>
                    <a:pt x="571500" y="285750"/>
                  </a:lnTo>
                  <a:lnTo>
                    <a:pt x="567761" y="239388"/>
                  </a:lnTo>
                  <a:lnTo>
                    <a:pt x="556936" y="195413"/>
                  </a:lnTo>
                  <a:lnTo>
                    <a:pt x="539613" y="154411"/>
                  </a:lnTo>
                  <a:lnTo>
                    <a:pt x="516379" y="116970"/>
                  </a:lnTo>
                  <a:lnTo>
                    <a:pt x="487822" y="83677"/>
                  </a:lnTo>
                  <a:lnTo>
                    <a:pt x="454529" y="55120"/>
                  </a:lnTo>
                  <a:lnTo>
                    <a:pt x="417088" y="31886"/>
                  </a:lnTo>
                  <a:lnTo>
                    <a:pt x="376086" y="14563"/>
                  </a:lnTo>
                  <a:lnTo>
                    <a:pt x="332111" y="3738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09650" y="1785365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0" y="285750"/>
                  </a:moveTo>
                  <a:lnTo>
                    <a:pt x="3740" y="239388"/>
                  </a:lnTo>
                  <a:lnTo>
                    <a:pt x="14568" y="195413"/>
                  </a:lnTo>
                  <a:lnTo>
                    <a:pt x="31895" y="154411"/>
                  </a:lnTo>
                  <a:lnTo>
                    <a:pt x="55134" y="116970"/>
                  </a:lnTo>
                  <a:lnTo>
                    <a:pt x="83696" y="83677"/>
                  </a:lnTo>
                  <a:lnTo>
                    <a:pt x="116991" y="55120"/>
                  </a:lnTo>
                  <a:lnTo>
                    <a:pt x="154433" y="31886"/>
                  </a:lnTo>
                  <a:lnTo>
                    <a:pt x="195432" y="14563"/>
                  </a:lnTo>
                  <a:lnTo>
                    <a:pt x="239401" y="3738"/>
                  </a:lnTo>
                  <a:lnTo>
                    <a:pt x="285750" y="0"/>
                  </a:lnTo>
                  <a:lnTo>
                    <a:pt x="332111" y="3738"/>
                  </a:lnTo>
                  <a:lnTo>
                    <a:pt x="376086" y="14563"/>
                  </a:lnTo>
                  <a:lnTo>
                    <a:pt x="417088" y="31886"/>
                  </a:lnTo>
                  <a:lnTo>
                    <a:pt x="454529" y="55120"/>
                  </a:lnTo>
                  <a:lnTo>
                    <a:pt x="487822" y="83677"/>
                  </a:lnTo>
                  <a:lnTo>
                    <a:pt x="516379" y="116970"/>
                  </a:lnTo>
                  <a:lnTo>
                    <a:pt x="539613" y="154411"/>
                  </a:lnTo>
                  <a:lnTo>
                    <a:pt x="556936" y="195413"/>
                  </a:lnTo>
                  <a:lnTo>
                    <a:pt x="567761" y="239388"/>
                  </a:lnTo>
                  <a:lnTo>
                    <a:pt x="571500" y="285750"/>
                  </a:lnTo>
                  <a:lnTo>
                    <a:pt x="567761" y="332111"/>
                  </a:lnTo>
                  <a:lnTo>
                    <a:pt x="556936" y="376086"/>
                  </a:lnTo>
                  <a:lnTo>
                    <a:pt x="539613" y="417088"/>
                  </a:lnTo>
                  <a:lnTo>
                    <a:pt x="516379" y="454529"/>
                  </a:lnTo>
                  <a:lnTo>
                    <a:pt x="487822" y="487822"/>
                  </a:lnTo>
                  <a:lnTo>
                    <a:pt x="454529" y="516379"/>
                  </a:lnTo>
                  <a:lnTo>
                    <a:pt x="417088" y="539613"/>
                  </a:lnTo>
                  <a:lnTo>
                    <a:pt x="376086" y="556936"/>
                  </a:lnTo>
                  <a:lnTo>
                    <a:pt x="332111" y="567761"/>
                  </a:lnTo>
                  <a:lnTo>
                    <a:pt x="285750" y="571500"/>
                  </a:lnTo>
                  <a:lnTo>
                    <a:pt x="239401" y="567761"/>
                  </a:lnTo>
                  <a:lnTo>
                    <a:pt x="195432" y="556936"/>
                  </a:lnTo>
                  <a:lnTo>
                    <a:pt x="154433" y="539613"/>
                  </a:lnTo>
                  <a:lnTo>
                    <a:pt x="116991" y="516379"/>
                  </a:lnTo>
                  <a:lnTo>
                    <a:pt x="83696" y="487822"/>
                  </a:lnTo>
                  <a:lnTo>
                    <a:pt x="55134" y="454529"/>
                  </a:lnTo>
                  <a:lnTo>
                    <a:pt x="31895" y="417088"/>
                  </a:lnTo>
                  <a:lnTo>
                    <a:pt x="14568" y="376086"/>
                  </a:lnTo>
                  <a:lnTo>
                    <a:pt x="3740" y="332111"/>
                  </a:lnTo>
                  <a:lnTo>
                    <a:pt x="0" y="285750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9576" y="1956815"/>
              <a:ext cx="228600" cy="228600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5131" y="1972690"/>
              <a:ext cx="9149969" cy="22872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62000" y="2572511"/>
              <a:ext cx="10756900" cy="1323340"/>
            </a:xfrm>
            <a:custGeom>
              <a:avLst/>
              <a:gdLst/>
              <a:ahLst/>
              <a:cxnLst/>
              <a:rect l="l" t="t" r="r" b="b"/>
              <a:pathLst>
                <a:path w="10756900" h="1323339">
                  <a:moveTo>
                    <a:pt x="10699750" y="0"/>
                  </a:moveTo>
                  <a:lnTo>
                    <a:pt x="56578" y="0"/>
                  </a:lnTo>
                  <a:lnTo>
                    <a:pt x="34557" y="4439"/>
                  </a:lnTo>
                  <a:lnTo>
                    <a:pt x="16573" y="16557"/>
                  </a:lnTo>
                  <a:lnTo>
                    <a:pt x="4446" y="34557"/>
                  </a:lnTo>
                  <a:lnTo>
                    <a:pt x="0" y="56641"/>
                  </a:lnTo>
                  <a:lnTo>
                    <a:pt x="0" y="1266189"/>
                  </a:lnTo>
                  <a:lnTo>
                    <a:pt x="4446" y="1288274"/>
                  </a:lnTo>
                  <a:lnTo>
                    <a:pt x="16573" y="1306274"/>
                  </a:lnTo>
                  <a:lnTo>
                    <a:pt x="34557" y="1318392"/>
                  </a:lnTo>
                  <a:lnTo>
                    <a:pt x="56578" y="1322832"/>
                  </a:lnTo>
                  <a:lnTo>
                    <a:pt x="10699750" y="1322832"/>
                  </a:lnTo>
                  <a:lnTo>
                    <a:pt x="10721834" y="1318392"/>
                  </a:lnTo>
                  <a:lnTo>
                    <a:pt x="10739834" y="1306274"/>
                  </a:lnTo>
                  <a:lnTo>
                    <a:pt x="10751952" y="1288274"/>
                  </a:lnTo>
                  <a:lnTo>
                    <a:pt x="10756392" y="1266189"/>
                  </a:lnTo>
                  <a:lnTo>
                    <a:pt x="10756392" y="56641"/>
                  </a:lnTo>
                  <a:lnTo>
                    <a:pt x="10751952" y="34557"/>
                  </a:lnTo>
                  <a:lnTo>
                    <a:pt x="10739834" y="16557"/>
                  </a:lnTo>
                  <a:lnTo>
                    <a:pt x="10721834" y="4439"/>
                  </a:lnTo>
                  <a:lnTo>
                    <a:pt x="10699750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62000" y="2572511"/>
              <a:ext cx="10756900" cy="1323340"/>
            </a:xfrm>
            <a:custGeom>
              <a:avLst/>
              <a:gdLst/>
              <a:ahLst/>
              <a:cxnLst/>
              <a:rect l="l" t="t" r="r" b="b"/>
              <a:pathLst>
                <a:path w="10756900" h="1323339">
                  <a:moveTo>
                    <a:pt x="0" y="56641"/>
                  </a:moveTo>
                  <a:lnTo>
                    <a:pt x="4446" y="34557"/>
                  </a:lnTo>
                  <a:lnTo>
                    <a:pt x="16573" y="16557"/>
                  </a:lnTo>
                  <a:lnTo>
                    <a:pt x="34557" y="4439"/>
                  </a:lnTo>
                  <a:lnTo>
                    <a:pt x="56578" y="0"/>
                  </a:lnTo>
                  <a:lnTo>
                    <a:pt x="10699750" y="0"/>
                  </a:lnTo>
                  <a:lnTo>
                    <a:pt x="10721834" y="4439"/>
                  </a:lnTo>
                  <a:lnTo>
                    <a:pt x="10739834" y="16557"/>
                  </a:lnTo>
                  <a:lnTo>
                    <a:pt x="10751952" y="34557"/>
                  </a:lnTo>
                  <a:lnTo>
                    <a:pt x="10756392" y="56641"/>
                  </a:lnTo>
                  <a:lnTo>
                    <a:pt x="10756392" y="1266189"/>
                  </a:lnTo>
                  <a:lnTo>
                    <a:pt x="10751952" y="1288274"/>
                  </a:lnTo>
                  <a:lnTo>
                    <a:pt x="10739834" y="1306274"/>
                  </a:lnTo>
                  <a:lnTo>
                    <a:pt x="10721834" y="1318392"/>
                  </a:lnTo>
                  <a:lnTo>
                    <a:pt x="10699750" y="1322832"/>
                  </a:lnTo>
                  <a:lnTo>
                    <a:pt x="56578" y="1322832"/>
                  </a:lnTo>
                  <a:lnTo>
                    <a:pt x="34557" y="1318392"/>
                  </a:lnTo>
                  <a:lnTo>
                    <a:pt x="16573" y="1306274"/>
                  </a:lnTo>
                  <a:lnTo>
                    <a:pt x="4446" y="1288274"/>
                  </a:lnTo>
                  <a:lnTo>
                    <a:pt x="0" y="1266189"/>
                  </a:lnTo>
                  <a:lnTo>
                    <a:pt x="0" y="56641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3185" rIns="0" bIns="0" rtlCol="0" vert="horz">
            <a:spAutoFit/>
          </a:bodyPr>
          <a:lstStyle/>
          <a:p>
            <a:pPr marL="720725">
              <a:lnSpc>
                <a:spcPct val="100000"/>
              </a:lnSpc>
              <a:spcBef>
                <a:spcPts val="655"/>
              </a:spcBef>
            </a:pPr>
            <a:r>
              <a:rPr dirty="0"/>
              <a:t>IMPLE</a:t>
            </a:r>
            <a:r>
              <a:rPr dirty="0" spc="-65"/>
              <a:t> </a:t>
            </a:r>
            <a:r>
              <a:rPr dirty="0" spc="-10"/>
              <a:t>ME</a:t>
            </a:r>
            <a:r>
              <a:rPr dirty="0" spc="-85"/>
              <a:t> </a:t>
            </a:r>
            <a:r>
              <a:rPr dirty="0"/>
              <a:t>NTATION</a:t>
            </a:r>
            <a:r>
              <a:rPr dirty="0" spc="65"/>
              <a:t> </a:t>
            </a:r>
            <a:r>
              <a:rPr dirty="0"/>
              <a:t>STR</a:t>
            </a:r>
            <a:r>
              <a:rPr dirty="0" spc="-135"/>
              <a:t> </a:t>
            </a:r>
            <a:r>
              <a:rPr dirty="0"/>
              <a:t>ATE</a:t>
            </a:r>
            <a:r>
              <a:rPr dirty="0" spc="-100"/>
              <a:t> </a:t>
            </a:r>
            <a:r>
              <a:rPr dirty="0" spc="-35"/>
              <a:t>GY</a:t>
            </a:r>
          </a:p>
          <a:p>
            <a:pPr>
              <a:lnSpc>
                <a:spcPct val="100000"/>
              </a:lnSpc>
              <a:spcBef>
                <a:spcPts val="795"/>
              </a:spcBef>
            </a:pPr>
            <a:r>
              <a:rPr dirty="0" sz="1400" spc="-20" b="1">
                <a:solidFill>
                  <a:srgbClr val="FFFFFF"/>
                </a:solidFill>
                <a:latin typeface="Times New Roman"/>
                <a:cs typeface="Times New Roman"/>
              </a:rPr>
              <a:t>Technical</a:t>
            </a:r>
            <a:r>
              <a:rPr dirty="0" sz="1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Stack</a:t>
            </a:r>
            <a:r>
              <a:rPr dirty="0" sz="1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&amp;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Feasibility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Software:</a:t>
            </a:r>
            <a:r>
              <a:rPr dirty="0" sz="14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TensorFlow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(Keras),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Python,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ONNX,</a:t>
            </a:r>
            <a:r>
              <a:rPr dirty="0" sz="14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ONNX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Runtime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Architecture: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MobileNetV2-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14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CNN with</a:t>
            </a:r>
            <a:r>
              <a:rPr dirty="0" sz="14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transfer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224×224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inputs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Deployment: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ONNX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export</a:t>
            </a:r>
            <a:r>
              <a:rPr dirty="0" sz="14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offline,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edge-ready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inference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Feasibility:</a:t>
            </a:r>
            <a:r>
              <a:rPr dirty="0" sz="1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Lightweight</a:t>
            </a:r>
            <a:r>
              <a:rPr dirty="0" sz="14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ensures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low</a:t>
            </a:r>
            <a:r>
              <a:rPr dirty="0" sz="14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power,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small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memory footprint,</a:t>
            </a:r>
            <a:r>
              <a:rPr dirty="0" sz="14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4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easy</a:t>
            </a:r>
            <a:r>
              <a:rPr dirty="0" sz="14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FFFFF"/>
                </a:solidFill>
                <a:latin typeface="Times New Roman"/>
                <a:cs typeface="Times New Roman"/>
              </a:rPr>
              <a:t>edge</a:t>
            </a:r>
            <a:r>
              <a:rPr dirty="0" sz="14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deployment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55547" y="3595115"/>
            <a:ext cx="10366375" cy="3124200"/>
            <a:chOff x="955547" y="3595115"/>
            <a:chExt cx="10366375" cy="3124200"/>
          </a:xfrm>
        </p:grpSpPr>
        <p:sp>
          <p:nvSpPr>
            <p:cNvPr id="17" name="object 17" descr=""/>
            <p:cNvSpPr/>
            <p:nvPr/>
          </p:nvSpPr>
          <p:spPr>
            <a:xfrm>
              <a:off x="961643" y="4058411"/>
              <a:ext cx="3296920" cy="2430780"/>
            </a:xfrm>
            <a:custGeom>
              <a:avLst/>
              <a:gdLst/>
              <a:ahLst/>
              <a:cxnLst/>
              <a:rect l="l" t="t" r="r" b="b"/>
              <a:pathLst>
                <a:path w="3296920" h="2430779">
                  <a:moveTo>
                    <a:pt x="3102102" y="0"/>
                  </a:moveTo>
                  <a:lnTo>
                    <a:pt x="194348" y="0"/>
                  </a:lnTo>
                  <a:lnTo>
                    <a:pt x="149784" y="5131"/>
                  </a:lnTo>
                  <a:lnTo>
                    <a:pt x="108876" y="19749"/>
                  </a:lnTo>
                  <a:lnTo>
                    <a:pt x="72791" y="42687"/>
                  </a:lnTo>
                  <a:lnTo>
                    <a:pt x="42694" y="72778"/>
                  </a:lnTo>
                  <a:lnTo>
                    <a:pt x="19752" y="108857"/>
                  </a:lnTo>
                  <a:lnTo>
                    <a:pt x="5132" y="149756"/>
                  </a:lnTo>
                  <a:lnTo>
                    <a:pt x="0" y="194310"/>
                  </a:lnTo>
                  <a:lnTo>
                    <a:pt x="0" y="2236431"/>
                  </a:lnTo>
                  <a:lnTo>
                    <a:pt x="5132" y="2280995"/>
                  </a:lnTo>
                  <a:lnTo>
                    <a:pt x="19752" y="2321903"/>
                  </a:lnTo>
                  <a:lnTo>
                    <a:pt x="42694" y="2357988"/>
                  </a:lnTo>
                  <a:lnTo>
                    <a:pt x="72791" y="2388085"/>
                  </a:lnTo>
                  <a:lnTo>
                    <a:pt x="108876" y="2411027"/>
                  </a:lnTo>
                  <a:lnTo>
                    <a:pt x="149784" y="2425647"/>
                  </a:lnTo>
                  <a:lnTo>
                    <a:pt x="194348" y="2430780"/>
                  </a:lnTo>
                  <a:lnTo>
                    <a:pt x="3102102" y="2430780"/>
                  </a:lnTo>
                  <a:lnTo>
                    <a:pt x="3146655" y="2425647"/>
                  </a:lnTo>
                  <a:lnTo>
                    <a:pt x="3187554" y="2411027"/>
                  </a:lnTo>
                  <a:lnTo>
                    <a:pt x="3223633" y="2388085"/>
                  </a:lnTo>
                  <a:lnTo>
                    <a:pt x="3253724" y="2357988"/>
                  </a:lnTo>
                  <a:lnTo>
                    <a:pt x="3276662" y="2321903"/>
                  </a:lnTo>
                  <a:lnTo>
                    <a:pt x="3291280" y="2280995"/>
                  </a:lnTo>
                  <a:lnTo>
                    <a:pt x="3296411" y="2236431"/>
                  </a:lnTo>
                  <a:lnTo>
                    <a:pt x="3296411" y="194310"/>
                  </a:lnTo>
                  <a:lnTo>
                    <a:pt x="3291280" y="149756"/>
                  </a:lnTo>
                  <a:lnTo>
                    <a:pt x="3276662" y="108857"/>
                  </a:lnTo>
                  <a:lnTo>
                    <a:pt x="3253724" y="72778"/>
                  </a:lnTo>
                  <a:lnTo>
                    <a:pt x="3223633" y="42687"/>
                  </a:lnTo>
                  <a:lnTo>
                    <a:pt x="3187554" y="19749"/>
                  </a:lnTo>
                  <a:lnTo>
                    <a:pt x="3146655" y="5131"/>
                  </a:lnTo>
                  <a:lnTo>
                    <a:pt x="3102102" y="0"/>
                  </a:lnTo>
                  <a:close/>
                </a:path>
              </a:pathLst>
            </a:custGeom>
            <a:solidFill>
              <a:srgbClr val="273383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2079" y="3634816"/>
              <a:ext cx="257556" cy="22839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4448556" y="4058411"/>
              <a:ext cx="3295015" cy="2430780"/>
            </a:xfrm>
            <a:custGeom>
              <a:avLst/>
              <a:gdLst/>
              <a:ahLst/>
              <a:cxnLst/>
              <a:rect l="l" t="t" r="r" b="b"/>
              <a:pathLst>
                <a:path w="3295015" h="2430779">
                  <a:moveTo>
                    <a:pt x="3100578" y="0"/>
                  </a:moveTo>
                  <a:lnTo>
                    <a:pt x="194310" y="0"/>
                  </a:lnTo>
                  <a:lnTo>
                    <a:pt x="149756" y="5131"/>
                  </a:lnTo>
                  <a:lnTo>
                    <a:pt x="108857" y="19749"/>
                  </a:lnTo>
                  <a:lnTo>
                    <a:pt x="72778" y="42687"/>
                  </a:lnTo>
                  <a:lnTo>
                    <a:pt x="42687" y="72778"/>
                  </a:lnTo>
                  <a:lnTo>
                    <a:pt x="19749" y="108857"/>
                  </a:lnTo>
                  <a:lnTo>
                    <a:pt x="5131" y="149756"/>
                  </a:lnTo>
                  <a:lnTo>
                    <a:pt x="0" y="194310"/>
                  </a:lnTo>
                  <a:lnTo>
                    <a:pt x="0" y="2236431"/>
                  </a:lnTo>
                  <a:lnTo>
                    <a:pt x="5131" y="2280995"/>
                  </a:lnTo>
                  <a:lnTo>
                    <a:pt x="19749" y="2321903"/>
                  </a:lnTo>
                  <a:lnTo>
                    <a:pt x="42687" y="2357988"/>
                  </a:lnTo>
                  <a:lnTo>
                    <a:pt x="72778" y="2388085"/>
                  </a:lnTo>
                  <a:lnTo>
                    <a:pt x="108857" y="2411027"/>
                  </a:lnTo>
                  <a:lnTo>
                    <a:pt x="149756" y="2425647"/>
                  </a:lnTo>
                  <a:lnTo>
                    <a:pt x="194310" y="2430780"/>
                  </a:lnTo>
                  <a:lnTo>
                    <a:pt x="3100578" y="2430780"/>
                  </a:lnTo>
                  <a:lnTo>
                    <a:pt x="3145131" y="2425647"/>
                  </a:lnTo>
                  <a:lnTo>
                    <a:pt x="3186030" y="2411027"/>
                  </a:lnTo>
                  <a:lnTo>
                    <a:pt x="3222109" y="2388085"/>
                  </a:lnTo>
                  <a:lnTo>
                    <a:pt x="3252200" y="2357988"/>
                  </a:lnTo>
                  <a:lnTo>
                    <a:pt x="3275138" y="2321903"/>
                  </a:lnTo>
                  <a:lnTo>
                    <a:pt x="3289756" y="2280995"/>
                  </a:lnTo>
                  <a:lnTo>
                    <a:pt x="3294888" y="2236431"/>
                  </a:lnTo>
                  <a:lnTo>
                    <a:pt x="3294888" y="194310"/>
                  </a:lnTo>
                  <a:lnTo>
                    <a:pt x="3289756" y="149756"/>
                  </a:lnTo>
                  <a:lnTo>
                    <a:pt x="3275138" y="108857"/>
                  </a:lnTo>
                  <a:lnTo>
                    <a:pt x="3252200" y="72778"/>
                  </a:lnTo>
                  <a:lnTo>
                    <a:pt x="3222109" y="42687"/>
                  </a:lnTo>
                  <a:lnTo>
                    <a:pt x="3186030" y="19749"/>
                  </a:lnTo>
                  <a:lnTo>
                    <a:pt x="3145131" y="5131"/>
                  </a:lnTo>
                  <a:lnTo>
                    <a:pt x="3100578" y="0"/>
                  </a:lnTo>
                  <a:close/>
                </a:path>
              </a:pathLst>
            </a:custGeom>
            <a:solidFill>
              <a:srgbClr val="273383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448556" y="4058411"/>
              <a:ext cx="3295015" cy="2430780"/>
            </a:xfrm>
            <a:custGeom>
              <a:avLst/>
              <a:gdLst/>
              <a:ahLst/>
              <a:cxnLst/>
              <a:rect l="l" t="t" r="r" b="b"/>
              <a:pathLst>
                <a:path w="3295015" h="2430779">
                  <a:moveTo>
                    <a:pt x="0" y="194310"/>
                  </a:moveTo>
                  <a:lnTo>
                    <a:pt x="5131" y="149756"/>
                  </a:lnTo>
                  <a:lnTo>
                    <a:pt x="19749" y="108857"/>
                  </a:lnTo>
                  <a:lnTo>
                    <a:pt x="42687" y="72778"/>
                  </a:lnTo>
                  <a:lnTo>
                    <a:pt x="72778" y="42687"/>
                  </a:lnTo>
                  <a:lnTo>
                    <a:pt x="108857" y="19749"/>
                  </a:lnTo>
                  <a:lnTo>
                    <a:pt x="149756" y="5131"/>
                  </a:lnTo>
                  <a:lnTo>
                    <a:pt x="194310" y="0"/>
                  </a:lnTo>
                  <a:lnTo>
                    <a:pt x="3100578" y="0"/>
                  </a:lnTo>
                  <a:lnTo>
                    <a:pt x="3145131" y="5131"/>
                  </a:lnTo>
                  <a:lnTo>
                    <a:pt x="3186030" y="19749"/>
                  </a:lnTo>
                  <a:lnTo>
                    <a:pt x="3222109" y="42687"/>
                  </a:lnTo>
                  <a:lnTo>
                    <a:pt x="3252200" y="72778"/>
                  </a:lnTo>
                  <a:lnTo>
                    <a:pt x="3275138" y="108857"/>
                  </a:lnTo>
                  <a:lnTo>
                    <a:pt x="3289756" y="149756"/>
                  </a:lnTo>
                  <a:lnTo>
                    <a:pt x="3294888" y="194310"/>
                  </a:lnTo>
                  <a:lnTo>
                    <a:pt x="3294888" y="2236431"/>
                  </a:lnTo>
                  <a:lnTo>
                    <a:pt x="3289756" y="2280995"/>
                  </a:lnTo>
                  <a:lnTo>
                    <a:pt x="3275138" y="2321903"/>
                  </a:lnTo>
                  <a:lnTo>
                    <a:pt x="3252200" y="2357988"/>
                  </a:lnTo>
                  <a:lnTo>
                    <a:pt x="3222109" y="2388085"/>
                  </a:lnTo>
                  <a:lnTo>
                    <a:pt x="3186030" y="2411027"/>
                  </a:lnTo>
                  <a:lnTo>
                    <a:pt x="3145131" y="2425647"/>
                  </a:lnTo>
                  <a:lnTo>
                    <a:pt x="3100578" y="2430780"/>
                  </a:lnTo>
                  <a:lnTo>
                    <a:pt x="194310" y="2430780"/>
                  </a:lnTo>
                  <a:lnTo>
                    <a:pt x="149756" y="2425647"/>
                  </a:lnTo>
                  <a:lnTo>
                    <a:pt x="108857" y="2411027"/>
                  </a:lnTo>
                  <a:lnTo>
                    <a:pt x="72778" y="2388085"/>
                  </a:lnTo>
                  <a:lnTo>
                    <a:pt x="42687" y="2357988"/>
                  </a:lnTo>
                  <a:lnTo>
                    <a:pt x="19749" y="2321903"/>
                  </a:lnTo>
                  <a:lnTo>
                    <a:pt x="5131" y="2280995"/>
                  </a:lnTo>
                  <a:lnTo>
                    <a:pt x="0" y="2236431"/>
                  </a:lnTo>
                  <a:lnTo>
                    <a:pt x="0" y="194310"/>
                  </a:lnTo>
                  <a:close/>
                </a:path>
              </a:pathLst>
            </a:custGeom>
            <a:ln w="12191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26507" y="3649979"/>
              <a:ext cx="228600" cy="228600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5547" y="3928871"/>
              <a:ext cx="3374136" cy="2781300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7933943" y="4058411"/>
              <a:ext cx="3296920" cy="2430780"/>
            </a:xfrm>
            <a:custGeom>
              <a:avLst/>
              <a:gdLst/>
              <a:ahLst/>
              <a:cxnLst/>
              <a:rect l="l" t="t" r="r" b="b"/>
              <a:pathLst>
                <a:path w="3296920" h="2430779">
                  <a:moveTo>
                    <a:pt x="3102102" y="0"/>
                  </a:moveTo>
                  <a:lnTo>
                    <a:pt x="194309" y="0"/>
                  </a:lnTo>
                  <a:lnTo>
                    <a:pt x="149756" y="5131"/>
                  </a:lnTo>
                  <a:lnTo>
                    <a:pt x="108857" y="19749"/>
                  </a:lnTo>
                  <a:lnTo>
                    <a:pt x="72778" y="42687"/>
                  </a:lnTo>
                  <a:lnTo>
                    <a:pt x="42687" y="72778"/>
                  </a:lnTo>
                  <a:lnTo>
                    <a:pt x="19749" y="108857"/>
                  </a:lnTo>
                  <a:lnTo>
                    <a:pt x="5131" y="149756"/>
                  </a:lnTo>
                  <a:lnTo>
                    <a:pt x="0" y="194310"/>
                  </a:lnTo>
                  <a:lnTo>
                    <a:pt x="0" y="2236431"/>
                  </a:lnTo>
                  <a:lnTo>
                    <a:pt x="5131" y="2280995"/>
                  </a:lnTo>
                  <a:lnTo>
                    <a:pt x="19749" y="2321903"/>
                  </a:lnTo>
                  <a:lnTo>
                    <a:pt x="42687" y="2357988"/>
                  </a:lnTo>
                  <a:lnTo>
                    <a:pt x="72778" y="2388085"/>
                  </a:lnTo>
                  <a:lnTo>
                    <a:pt x="108857" y="2411027"/>
                  </a:lnTo>
                  <a:lnTo>
                    <a:pt x="149756" y="2425647"/>
                  </a:lnTo>
                  <a:lnTo>
                    <a:pt x="194309" y="2430780"/>
                  </a:lnTo>
                  <a:lnTo>
                    <a:pt x="3102102" y="2430780"/>
                  </a:lnTo>
                  <a:lnTo>
                    <a:pt x="3146655" y="2425647"/>
                  </a:lnTo>
                  <a:lnTo>
                    <a:pt x="3187554" y="2411027"/>
                  </a:lnTo>
                  <a:lnTo>
                    <a:pt x="3223633" y="2388085"/>
                  </a:lnTo>
                  <a:lnTo>
                    <a:pt x="3253724" y="2357988"/>
                  </a:lnTo>
                  <a:lnTo>
                    <a:pt x="3276662" y="2321903"/>
                  </a:lnTo>
                  <a:lnTo>
                    <a:pt x="3291280" y="2280995"/>
                  </a:lnTo>
                  <a:lnTo>
                    <a:pt x="3296411" y="2236431"/>
                  </a:lnTo>
                  <a:lnTo>
                    <a:pt x="3296411" y="194310"/>
                  </a:lnTo>
                  <a:lnTo>
                    <a:pt x="3291280" y="149756"/>
                  </a:lnTo>
                  <a:lnTo>
                    <a:pt x="3276662" y="108857"/>
                  </a:lnTo>
                  <a:lnTo>
                    <a:pt x="3253724" y="72778"/>
                  </a:lnTo>
                  <a:lnTo>
                    <a:pt x="3223633" y="42687"/>
                  </a:lnTo>
                  <a:lnTo>
                    <a:pt x="3187554" y="19749"/>
                  </a:lnTo>
                  <a:lnTo>
                    <a:pt x="3146655" y="5131"/>
                  </a:lnTo>
                  <a:lnTo>
                    <a:pt x="3102102" y="0"/>
                  </a:lnTo>
                  <a:close/>
                </a:path>
              </a:pathLst>
            </a:custGeom>
            <a:solidFill>
              <a:srgbClr val="273383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933943" y="4058411"/>
              <a:ext cx="3296920" cy="2430780"/>
            </a:xfrm>
            <a:custGeom>
              <a:avLst/>
              <a:gdLst/>
              <a:ahLst/>
              <a:cxnLst/>
              <a:rect l="l" t="t" r="r" b="b"/>
              <a:pathLst>
                <a:path w="3296920" h="2430779">
                  <a:moveTo>
                    <a:pt x="0" y="194310"/>
                  </a:moveTo>
                  <a:lnTo>
                    <a:pt x="5131" y="149756"/>
                  </a:lnTo>
                  <a:lnTo>
                    <a:pt x="19749" y="108857"/>
                  </a:lnTo>
                  <a:lnTo>
                    <a:pt x="42687" y="72778"/>
                  </a:lnTo>
                  <a:lnTo>
                    <a:pt x="72778" y="42687"/>
                  </a:lnTo>
                  <a:lnTo>
                    <a:pt x="108857" y="19749"/>
                  </a:lnTo>
                  <a:lnTo>
                    <a:pt x="149756" y="5131"/>
                  </a:lnTo>
                  <a:lnTo>
                    <a:pt x="194309" y="0"/>
                  </a:lnTo>
                  <a:lnTo>
                    <a:pt x="3102102" y="0"/>
                  </a:lnTo>
                  <a:lnTo>
                    <a:pt x="3146655" y="5131"/>
                  </a:lnTo>
                  <a:lnTo>
                    <a:pt x="3187554" y="19749"/>
                  </a:lnTo>
                  <a:lnTo>
                    <a:pt x="3223633" y="42687"/>
                  </a:lnTo>
                  <a:lnTo>
                    <a:pt x="3253724" y="72778"/>
                  </a:lnTo>
                  <a:lnTo>
                    <a:pt x="3276662" y="108857"/>
                  </a:lnTo>
                  <a:lnTo>
                    <a:pt x="3291280" y="149756"/>
                  </a:lnTo>
                  <a:lnTo>
                    <a:pt x="3296411" y="194310"/>
                  </a:lnTo>
                  <a:lnTo>
                    <a:pt x="3296411" y="2236431"/>
                  </a:lnTo>
                  <a:lnTo>
                    <a:pt x="3291280" y="2280995"/>
                  </a:lnTo>
                  <a:lnTo>
                    <a:pt x="3276662" y="2321903"/>
                  </a:lnTo>
                  <a:lnTo>
                    <a:pt x="3253724" y="2357988"/>
                  </a:lnTo>
                  <a:lnTo>
                    <a:pt x="3223633" y="2388085"/>
                  </a:lnTo>
                  <a:lnTo>
                    <a:pt x="3187554" y="2411027"/>
                  </a:lnTo>
                  <a:lnTo>
                    <a:pt x="3146655" y="2425647"/>
                  </a:lnTo>
                  <a:lnTo>
                    <a:pt x="3102102" y="2430780"/>
                  </a:lnTo>
                  <a:lnTo>
                    <a:pt x="194309" y="2430780"/>
                  </a:lnTo>
                  <a:lnTo>
                    <a:pt x="149756" y="2425647"/>
                  </a:lnTo>
                  <a:lnTo>
                    <a:pt x="108857" y="2411027"/>
                  </a:lnTo>
                  <a:lnTo>
                    <a:pt x="72778" y="2388085"/>
                  </a:lnTo>
                  <a:lnTo>
                    <a:pt x="42687" y="2357988"/>
                  </a:lnTo>
                  <a:lnTo>
                    <a:pt x="19749" y="2321903"/>
                  </a:lnTo>
                  <a:lnTo>
                    <a:pt x="5131" y="2280995"/>
                  </a:lnTo>
                  <a:lnTo>
                    <a:pt x="0" y="2236431"/>
                  </a:lnTo>
                  <a:lnTo>
                    <a:pt x="0" y="194310"/>
                  </a:lnTo>
                  <a:close/>
                </a:path>
              </a:pathLst>
            </a:custGeom>
            <a:ln w="12192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27947" y="3595115"/>
              <a:ext cx="228600" cy="22859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01312" y="3930395"/>
              <a:ext cx="3409188" cy="278892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77555" y="3928871"/>
              <a:ext cx="3444240" cy="2781300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1733676" y="3680917"/>
            <a:ext cx="12065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E1E8EF"/>
                </a:solidFill>
                <a:latin typeface="Malgun Gothic Semilight"/>
                <a:cs typeface="Malgun Gothic Semilight"/>
              </a:rPr>
              <a:t>Software</a:t>
            </a:r>
            <a:r>
              <a:rPr dirty="0" sz="1000" spc="-50">
                <a:solidFill>
                  <a:srgbClr val="E1E8E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10">
                <a:solidFill>
                  <a:srgbClr val="E1E8EF"/>
                </a:solidFill>
                <a:latin typeface="Malgun Gothic Semilight"/>
                <a:cs typeface="Malgun Gothic Semilight"/>
              </a:rPr>
              <a:t>Architecture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158104" y="3663822"/>
            <a:ext cx="13011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E1E8EF"/>
                </a:solidFill>
                <a:latin typeface="Malgun Gothic Semilight"/>
                <a:cs typeface="Malgun Gothic Semilight"/>
              </a:rPr>
              <a:t>Hardware</a:t>
            </a:r>
            <a:r>
              <a:rPr dirty="0" sz="1000" spc="-10">
                <a:solidFill>
                  <a:srgbClr val="E1E8EF"/>
                </a:solidFill>
                <a:latin typeface="Malgun Gothic Semilight"/>
                <a:cs typeface="Malgun Gothic Semilight"/>
              </a:rPr>
              <a:t> Components</a:t>
            </a:r>
            <a:endParaRPr sz="1000">
              <a:latin typeface="Malgun Gothic Semilight"/>
              <a:cs typeface="Malgun Gothic Semilight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9036431" y="3624198"/>
            <a:ext cx="11049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E1E8EF"/>
                </a:solidFill>
                <a:latin typeface="Malgun Gothic Semilight"/>
                <a:cs typeface="Malgun Gothic Semilight"/>
              </a:rPr>
              <a:t>Development</a:t>
            </a:r>
            <a:r>
              <a:rPr dirty="0" sz="1000" spc="-10">
                <a:solidFill>
                  <a:srgbClr val="E1E8EF"/>
                </a:solidFill>
                <a:latin typeface="Malgun Gothic Semilight"/>
                <a:cs typeface="Malgun Gothic Semilight"/>
              </a:rPr>
              <a:t> </a:t>
            </a:r>
            <a:r>
              <a:rPr dirty="0" sz="1000" spc="-20">
                <a:solidFill>
                  <a:srgbClr val="E1E8EF"/>
                </a:solidFill>
                <a:latin typeface="Malgun Gothic Semilight"/>
                <a:cs typeface="Malgun Gothic Semilight"/>
              </a:rPr>
              <a:t>Tools</a:t>
            </a:r>
            <a:endParaRPr sz="1000">
              <a:latin typeface="Malgun Gothic Semilight"/>
              <a:cs typeface="Malgun Gothic Semi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71500" y="1190244"/>
            <a:ext cx="76200" cy="410209"/>
          </a:xfrm>
          <a:custGeom>
            <a:avLst/>
            <a:gdLst/>
            <a:ahLst/>
            <a:cxnLst/>
            <a:rect l="l" t="t" r="r" b="b"/>
            <a:pathLst>
              <a:path w="76200" h="410209">
                <a:moveTo>
                  <a:pt x="76200" y="0"/>
                </a:moveTo>
                <a:lnTo>
                  <a:pt x="0" y="0"/>
                </a:lnTo>
                <a:lnTo>
                  <a:pt x="0" y="409955"/>
                </a:lnTo>
                <a:lnTo>
                  <a:pt x="76200" y="409955"/>
                </a:lnTo>
                <a:lnTo>
                  <a:pt x="76200" y="0"/>
                </a:lnTo>
                <a:close/>
              </a:path>
            </a:pathLst>
          </a:custGeom>
          <a:solidFill>
            <a:srgbClr val="87E4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02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105"/>
              </a:spcBef>
            </a:pPr>
            <a:r>
              <a:rPr dirty="0" spc="-45"/>
              <a:t>Research</a:t>
            </a:r>
            <a:r>
              <a:rPr dirty="0" spc="-140"/>
              <a:t> </a:t>
            </a:r>
            <a:r>
              <a:rPr dirty="0" spc="-35"/>
              <a:t>and</a:t>
            </a:r>
            <a:r>
              <a:rPr dirty="0" spc="-130"/>
              <a:t> </a:t>
            </a:r>
            <a:r>
              <a:rPr dirty="0" spc="-50"/>
              <a:t>References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553212" y="1812035"/>
            <a:ext cx="11087100" cy="4893945"/>
            <a:chOff x="553212" y="1812035"/>
            <a:chExt cx="11087100" cy="4893945"/>
          </a:xfrm>
        </p:grpSpPr>
        <p:sp>
          <p:nvSpPr>
            <p:cNvPr id="5" name="object 5" descr=""/>
            <p:cNvSpPr/>
            <p:nvPr/>
          </p:nvSpPr>
          <p:spPr>
            <a:xfrm>
              <a:off x="571500" y="1830323"/>
              <a:ext cx="11049000" cy="4744720"/>
            </a:xfrm>
            <a:custGeom>
              <a:avLst/>
              <a:gdLst/>
              <a:ahLst/>
              <a:cxnLst/>
              <a:rect l="l" t="t" r="r" b="b"/>
              <a:pathLst>
                <a:path w="11049000" h="4744720">
                  <a:moveTo>
                    <a:pt x="11019663" y="0"/>
                  </a:moveTo>
                  <a:lnTo>
                    <a:pt x="29362" y="0"/>
                  </a:lnTo>
                  <a:lnTo>
                    <a:pt x="17932" y="2315"/>
                  </a:lnTo>
                  <a:lnTo>
                    <a:pt x="8599" y="8620"/>
                  </a:lnTo>
                  <a:lnTo>
                    <a:pt x="2307" y="17948"/>
                  </a:lnTo>
                  <a:lnTo>
                    <a:pt x="0" y="29337"/>
                  </a:lnTo>
                  <a:lnTo>
                    <a:pt x="0" y="4714849"/>
                  </a:lnTo>
                  <a:lnTo>
                    <a:pt x="2307" y="4726279"/>
                  </a:lnTo>
                  <a:lnTo>
                    <a:pt x="8599" y="4735612"/>
                  </a:lnTo>
                  <a:lnTo>
                    <a:pt x="17932" y="4741904"/>
                  </a:lnTo>
                  <a:lnTo>
                    <a:pt x="29362" y="4744212"/>
                  </a:lnTo>
                  <a:lnTo>
                    <a:pt x="11019663" y="4744212"/>
                  </a:lnTo>
                  <a:lnTo>
                    <a:pt x="11031051" y="4741904"/>
                  </a:lnTo>
                  <a:lnTo>
                    <a:pt x="11040379" y="4735612"/>
                  </a:lnTo>
                  <a:lnTo>
                    <a:pt x="11046684" y="4726279"/>
                  </a:lnTo>
                  <a:lnTo>
                    <a:pt x="11049000" y="4714849"/>
                  </a:lnTo>
                  <a:lnTo>
                    <a:pt x="11049000" y="29337"/>
                  </a:lnTo>
                  <a:lnTo>
                    <a:pt x="11046684" y="17948"/>
                  </a:lnTo>
                  <a:lnTo>
                    <a:pt x="11040379" y="8620"/>
                  </a:lnTo>
                  <a:lnTo>
                    <a:pt x="11031051" y="2315"/>
                  </a:lnTo>
                  <a:lnTo>
                    <a:pt x="11019663" y="0"/>
                  </a:lnTo>
                  <a:close/>
                </a:path>
              </a:pathLst>
            </a:custGeom>
            <a:solidFill>
              <a:srgbClr val="FFFFFF">
                <a:alpha val="50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71500" y="1830323"/>
              <a:ext cx="11049000" cy="4744720"/>
            </a:xfrm>
            <a:custGeom>
              <a:avLst/>
              <a:gdLst/>
              <a:ahLst/>
              <a:cxnLst/>
              <a:rect l="l" t="t" r="r" b="b"/>
              <a:pathLst>
                <a:path w="11049000" h="4744720">
                  <a:moveTo>
                    <a:pt x="0" y="29337"/>
                  </a:moveTo>
                  <a:lnTo>
                    <a:pt x="2307" y="17948"/>
                  </a:lnTo>
                  <a:lnTo>
                    <a:pt x="8599" y="8620"/>
                  </a:lnTo>
                  <a:lnTo>
                    <a:pt x="17932" y="2315"/>
                  </a:lnTo>
                  <a:lnTo>
                    <a:pt x="29362" y="0"/>
                  </a:lnTo>
                  <a:lnTo>
                    <a:pt x="11019663" y="0"/>
                  </a:lnTo>
                  <a:lnTo>
                    <a:pt x="11031051" y="2315"/>
                  </a:lnTo>
                  <a:lnTo>
                    <a:pt x="11040379" y="8620"/>
                  </a:lnTo>
                  <a:lnTo>
                    <a:pt x="11046684" y="17948"/>
                  </a:lnTo>
                  <a:lnTo>
                    <a:pt x="11049000" y="29337"/>
                  </a:lnTo>
                  <a:lnTo>
                    <a:pt x="11049000" y="4714849"/>
                  </a:lnTo>
                  <a:lnTo>
                    <a:pt x="11046684" y="4726279"/>
                  </a:lnTo>
                  <a:lnTo>
                    <a:pt x="11040379" y="4735612"/>
                  </a:lnTo>
                  <a:lnTo>
                    <a:pt x="11031051" y="4741904"/>
                  </a:lnTo>
                  <a:lnTo>
                    <a:pt x="11019663" y="4744212"/>
                  </a:lnTo>
                  <a:lnTo>
                    <a:pt x="29362" y="4744212"/>
                  </a:lnTo>
                  <a:lnTo>
                    <a:pt x="17932" y="4741904"/>
                  </a:lnTo>
                  <a:lnTo>
                    <a:pt x="8599" y="4735612"/>
                  </a:lnTo>
                  <a:lnTo>
                    <a:pt x="2307" y="4726279"/>
                  </a:lnTo>
                  <a:lnTo>
                    <a:pt x="0" y="4714849"/>
                  </a:lnTo>
                  <a:lnTo>
                    <a:pt x="0" y="29337"/>
                  </a:lnTo>
                  <a:close/>
                </a:path>
              </a:pathLst>
            </a:custGeom>
            <a:ln w="12192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3212" y="1812035"/>
              <a:ext cx="228600" cy="22860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72262" y="1831085"/>
              <a:ext cx="11049000" cy="4741545"/>
            </a:xfrm>
            <a:custGeom>
              <a:avLst/>
              <a:gdLst/>
              <a:ahLst/>
              <a:cxnLst/>
              <a:rect l="l" t="t" r="r" b="b"/>
              <a:pathLst>
                <a:path w="11049000" h="4741545">
                  <a:moveTo>
                    <a:pt x="10858500" y="190500"/>
                  </a:moveTo>
                  <a:lnTo>
                    <a:pt x="11049000" y="190500"/>
                  </a:lnTo>
                  <a:lnTo>
                    <a:pt x="11049000" y="0"/>
                  </a:lnTo>
                  <a:lnTo>
                    <a:pt x="10858500" y="0"/>
                  </a:lnTo>
                  <a:lnTo>
                    <a:pt x="10858500" y="190500"/>
                  </a:lnTo>
                  <a:close/>
                </a:path>
                <a:path w="11049000" h="4741545">
                  <a:moveTo>
                    <a:pt x="0" y="4741164"/>
                  </a:moveTo>
                  <a:lnTo>
                    <a:pt x="190500" y="4741164"/>
                  </a:lnTo>
                  <a:lnTo>
                    <a:pt x="190500" y="4550664"/>
                  </a:lnTo>
                  <a:lnTo>
                    <a:pt x="0" y="4550664"/>
                  </a:lnTo>
                  <a:lnTo>
                    <a:pt x="0" y="4741164"/>
                  </a:lnTo>
                  <a:close/>
                </a:path>
                <a:path w="11049000" h="4741545">
                  <a:moveTo>
                    <a:pt x="10858500" y="4741164"/>
                  </a:moveTo>
                  <a:lnTo>
                    <a:pt x="11049000" y="4741164"/>
                  </a:lnTo>
                  <a:lnTo>
                    <a:pt x="11049000" y="4550664"/>
                  </a:lnTo>
                  <a:lnTo>
                    <a:pt x="10858500" y="4550664"/>
                  </a:lnTo>
                  <a:lnTo>
                    <a:pt x="10858500" y="4741164"/>
                  </a:lnTo>
                  <a:close/>
                </a:path>
              </a:pathLst>
            </a:custGeom>
            <a:ln w="38100">
              <a:solidFill>
                <a:srgbClr val="87E45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62406" y="217398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238506" y="0"/>
                  </a:moveTo>
                  <a:lnTo>
                    <a:pt x="190438" y="4846"/>
                  </a:lnTo>
                  <a:lnTo>
                    <a:pt x="145668" y="18746"/>
                  </a:lnTo>
                  <a:lnTo>
                    <a:pt x="105154" y="40739"/>
                  </a:lnTo>
                  <a:lnTo>
                    <a:pt x="69856" y="69865"/>
                  </a:lnTo>
                  <a:lnTo>
                    <a:pt x="40732" y="105165"/>
                  </a:lnTo>
                  <a:lnTo>
                    <a:pt x="18742" y="145678"/>
                  </a:lnTo>
                  <a:lnTo>
                    <a:pt x="4845" y="190445"/>
                  </a:lnTo>
                  <a:lnTo>
                    <a:pt x="0" y="238505"/>
                  </a:lnTo>
                  <a:lnTo>
                    <a:pt x="4845" y="286566"/>
                  </a:lnTo>
                  <a:lnTo>
                    <a:pt x="18742" y="331333"/>
                  </a:lnTo>
                  <a:lnTo>
                    <a:pt x="40732" y="371846"/>
                  </a:lnTo>
                  <a:lnTo>
                    <a:pt x="69856" y="407146"/>
                  </a:lnTo>
                  <a:lnTo>
                    <a:pt x="105154" y="436272"/>
                  </a:lnTo>
                  <a:lnTo>
                    <a:pt x="145668" y="458265"/>
                  </a:lnTo>
                  <a:lnTo>
                    <a:pt x="190438" y="472165"/>
                  </a:lnTo>
                  <a:lnTo>
                    <a:pt x="238506" y="477012"/>
                  </a:lnTo>
                  <a:lnTo>
                    <a:pt x="286566" y="472165"/>
                  </a:lnTo>
                  <a:lnTo>
                    <a:pt x="331333" y="458265"/>
                  </a:lnTo>
                  <a:lnTo>
                    <a:pt x="371846" y="436272"/>
                  </a:lnTo>
                  <a:lnTo>
                    <a:pt x="407146" y="407146"/>
                  </a:lnTo>
                  <a:lnTo>
                    <a:pt x="436272" y="371846"/>
                  </a:lnTo>
                  <a:lnTo>
                    <a:pt x="458265" y="331333"/>
                  </a:lnTo>
                  <a:lnTo>
                    <a:pt x="472165" y="286566"/>
                  </a:lnTo>
                  <a:lnTo>
                    <a:pt x="477012" y="238505"/>
                  </a:lnTo>
                  <a:lnTo>
                    <a:pt x="472165" y="190445"/>
                  </a:lnTo>
                  <a:lnTo>
                    <a:pt x="458265" y="145678"/>
                  </a:lnTo>
                  <a:lnTo>
                    <a:pt x="436272" y="105165"/>
                  </a:lnTo>
                  <a:lnTo>
                    <a:pt x="407146" y="69865"/>
                  </a:lnTo>
                  <a:lnTo>
                    <a:pt x="371846" y="40739"/>
                  </a:lnTo>
                  <a:lnTo>
                    <a:pt x="331333" y="18746"/>
                  </a:lnTo>
                  <a:lnTo>
                    <a:pt x="286566" y="4846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62406" y="217398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19">
                  <a:moveTo>
                    <a:pt x="0" y="238505"/>
                  </a:moveTo>
                  <a:lnTo>
                    <a:pt x="4845" y="190445"/>
                  </a:lnTo>
                  <a:lnTo>
                    <a:pt x="18742" y="145678"/>
                  </a:lnTo>
                  <a:lnTo>
                    <a:pt x="40732" y="105165"/>
                  </a:lnTo>
                  <a:lnTo>
                    <a:pt x="69856" y="69865"/>
                  </a:lnTo>
                  <a:lnTo>
                    <a:pt x="105154" y="40739"/>
                  </a:lnTo>
                  <a:lnTo>
                    <a:pt x="145668" y="18746"/>
                  </a:lnTo>
                  <a:lnTo>
                    <a:pt x="190438" y="4846"/>
                  </a:lnTo>
                  <a:lnTo>
                    <a:pt x="238506" y="0"/>
                  </a:lnTo>
                  <a:lnTo>
                    <a:pt x="286566" y="4846"/>
                  </a:lnTo>
                  <a:lnTo>
                    <a:pt x="331333" y="18746"/>
                  </a:lnTo>
                  <a:lnTo>
                    <a:pt x="371846" y="40739"/>
                  </a:lnTo>
                  <a:lnTo>
                    <a:pt x="407146" y="69865"/>
                  </a:lnTo>
                  <a:lnTo>
                    <a:pt x="436272" y="105165"/>
                  </a:lnTo>
                  <a:lnTo>
                    <a:pt x="458265" y="145678"/>
                  </a:lnTo>
                  <a:lnTo>
                    <a:pt x="472165" y="190445"/>
                  </a:lnTo>
                  <a:lnTo>
                    <a:pt x="477012" y="238505"/>
                  </a:lnTo>
                  <a:lnTo>
                    <a:pt x="472165" y="286566"/>
                  </a:lnTo>
                  <a:lnTo>
                    <a:pt x="458265" y="331333"/>
                  </a:lnTo>
                  <a:lnTo>
                    <a:pt x="436272" y="371846"/>
                  </a:lnTo>
                  <a:lnTo>
                    <a:pt x="407146" y="407146"/>
                  </a:lnTo>
                  <a:lnTo>
                    <a:pt x="371846" y="436272"/>
                  </a:lnTo>
                  <a:lnTo>
                    <a:pt x="331333" y="458265"/>
                  </a:lnTo>
                  <a:lnTo>
                    <a:pt x="286566" y="472165"/>
                  </a:lnTo>
                  <a:lnTo>
                    <a:pt x="238506" y="477012"/>
                  </a:lnTo>
                  <a:lnTo>
                    <a:pt x="190438" y="472165"/>
                  </a:lnTo>
                  <a:lnTo>
                    <a:pt x="145668" y="458265"/>
                  </a:lnTo>
                  <a:lnTo>
                    <a:pt x="105154" y="436272"/>
                  </a:lnTo>
                  <a:lnTo>
                    <a:pt x="69856" y="407146"/>
                  </a:lnTo>
                  <a:lnTo>
                    <a:pt x="40732" y="371846"/>
                  </a:lnTo>
                  <a:lnTo>
                    <a:pt x="18742" y="331333"/>
                  </a:lnTo>
                  <a:lnTo>
                    <a:pt x="4845" y="286566"/>
                  </a:lnTo>
                  <a:lnTo>
                    <a:pt x="0" y="238505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6612" y="2298191"/>
              <a:ext cx="228600" cy="22860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858012" y="2782823"/>
              <a:ext cx="10477500" cy="1315720"/>
            </a:xfrm>
            <a:custGeom>
              <a:avLst/>
              <a:gdLst/>
              <a:ahLst/>
              <a:cxnLst/>
              <a:rect l="l" t="t" r="r" b="b"/>
              <a:pathLst>
                <a:path w="10477500" h="1315720">
                  <a:moveTo>
                    <a:pt x="10396982" y="0"/>
                  </a:moveTo>
                  <a:lnTo>
                    <a:pt x="80505" y="0"/>
                  </a:lnTo>
                  <a:lnTo>
                    <a:pt x="49168" y="6330"/>
                  </a:lnTo>
                  <a:lnTo>
                    <a:pt x="23579" y="23590"/>
                  </a:lnTo>
                  <a:lnTo>
                    <a:pt x="6326" y="49184"/>
                  </a:lnTo>
                  <a:lnTo>
                    <a:pt x="0" y="80517"/>
                  </a:lnTo>
                  <a:lnTo>
                    <a:pt x="0" y="1234694"/>
                  </a:lnTo>
                  <a:lnTo>
                    <a:pt x="6326" y="1266027"/>
                  </a:lnTo>
                  <a:lnTo>
                    <a:pt x="23579" y="1291621"/>
                  </a:lnTo>
                  <a:lnTo>
                    <a:pt x="49168" y="1308881"/>
                  </a:lnTo>
                  <a:lnTo>
                    <a:pt x="80505" y="1315212"/>
                  </a:lnTo>
                  <a:lnTo>
                    <a:pt x="10396982" y="1315212"/>
                  </a:lnTo>
                  <a:lnTo>
                    <a:pt x="10428315" y="1308881"/>
                  </a:lnTo>
                  <a:lnTo>
                    <a:pt x="10453909" y="1291621"/>
                  </a:lnTo>
                  <a:lnTo>
                    <a:pt x="10471169" y="1266027"/>
                  </a:lnTo>
                  <a:lnTo>
                    <a:pt x="10477500" y="1234694"/>
                  </a:lnTo>
                  <a:lnTo>
                    <a:pt x="10477500" y="80517"/>
                  </a:lnTo>
                  <a:lnTo>
                    <a:pt x="10471169" y="49184"/>
                  </a:lnTo>
                  <a:lnTo>
                    <a:pt x="10453909" y="23590"/>
                  </a:lnTo>
                  <a:lnTo>
                    <a:pt x="10428315" y="6330"/>
                  </a:lnTo>
                  <a:lnTo>
                    <a:pt x="10396982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58012" y="2782823"/>
              <a:ext cx="10477500" cy="1315720"/>
            </a:xfrm>
            <a:custGeom>
              <a:avLst/>
              <a:gdLst/>
              <a:ahLst/>
              <a:cxnLst/>
              <a:rect l="l" t="t" r="r" b="b"/>
              <a:pathLst>
                <a:path w="10477500" h="1315720">
                  <a:moveTo>
                    <a:pt x="0" y="80517"/>
                  </a:moveTo>
                  <a:lnTo>
                    <a:pt x="6326" y="49184"/>
                  </a:lnTo>
                  <a:lnTo>
                    <a:pt x="23579" y="23590"/>
                  </a:lnTo>
                  <a:lnTo>
                    <a:pt x="49168" y="6330"/>
                  </a:lnTo>
                  <a:lnTo>
                    <a:pt x="80505" y="0"/>
                  </a:lnTo>
                  <a:lnTo>
                    <a:pt x="10396982" y="0"/>
                  </a:lnTo>
                  <a:lnTo>
                    <a:pt x="10428315" y="6330"/>
                  </a:lnTo>
                  <a:lnTo>
                    <a:pt x="10453909" y="23590"/>
                  </a:lnTo>
                  <a:lnTo>
                    <a:pt x="10471169" y="49184"/>
                  </a:lnTo>
                  <a:lnTo>
                    <a:pt x="10477500" y="80517"/>
                  </a:lnTo>
                  <a:lnTo>
                    <a:pt x="10477500" y="1234694"/>
                  </a:lnTo>
                  <a:lnTo>
                    <a:pt x="10471169" y="1266027"/>
                  </a:lnTo>
                  <a:lnTo>
                    <a:pt x="10453909" y="1291621"/>
                  </a:lnTo>
                  <a:lnTo>
                    <a:pt x="10428315" y="1308881"/>
                  </a:lnTo>
                  <a:lnTo>
                    <a:pt x="10396982" y="1315212"/>
                  </a:lnTo>
                  <a:lnTo>
                    <a:pt x="80505" y="1315212"/>
                  </a:lnTo>
                  <a:lnTo>
                    <a:pt x="49168" y="1308881"/>
                  </a:lnTo>
                  <a:lnTo>
                    <a:pt x="23579" y="1291621"/>
                  </a:lnTo>
                  <a:lnTo>
                    <a:pt x="6326" y="1266027"/>
                  </a:lnTo>
                  <a:lnTo>
                    <a:pt x="0" y="1234694"/>
                  </a:lnTo>
                  <a:lnTo>
                    <a:pt x="0" y="80517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962406" y="415518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238506" y="0"/>
                  </a:moveTo>
                  <a:lnTo>
                    <a:pt x="190438" y="4846"/>
                  </a:lnTo>
                  <a:lnTo>
                    <a:pt x="145668" y="18746"/>
                  </a:lnTo>
                  <a:lnTo>
                    <a:pt x="105154" y="40739"/>
                  </a:lnTo>
                  <a:lnTo>
                    <a:pt x="69856" y="69865"/>
                  </a:lnTo>
                  <a:lnTo>
                    <a:pt x="40732" y="105165"/>
                  </a:lnTo>
                  <a:lnTo>
                    <a:pt x="18742" y="145678"/>
                  </a:lnTo>
                  <a:lnTo>
                    <a:pt x="4845" y="190445"/>
                  </a:lnTo>
                  <a:lnTo>
                    <a:pt x="0" y="238506"/>
                  </a:lnTo>
                  <a:lnTo>
                    <a:pt x="4845" y="286566"/>
                  </a:lnTo>
                  <a:lnTo>
                    <a:pt x="18742" y="331333"/>
                  </a:lnTo>
                  <a:lnTo>
                    <a:pt x="40732" y="371846"/>
                  </a:lnTo>
                  <a:lnTo>
                    <a:pt x="69856" y="407146"/>
                  </a:lnTo>
                  <a:lnTo>
                    <a:pt x="105154" y="436272"/>
                  </a:lnTo>
                  <a:lnTo>
                    <a:pt x="145668" y="458265"/>
                  </a:lnTo>
                  <a:lnTo>
                    <a:pt x="190438" y="472165"/>
                  </a:lnTo>
                  <a:lnTo>
                    <a:pt x="238506" y="477012"/>
                  </a:lnTo>
                  <a:lnTo>
                    <a:pt x="286566" y="472165"/>
                  </a:lnTo>
                  <a:lnTo>
                    <a:pt x="331333" y="458265"/>
                  </a:lnTo>
                  <a:lnTo>
                    <a:pt x="371846" y="436272"/>
                  </a:lnTo>
                  <a:lnTo>
                    <a:pt x="407146" y="407146"/>
                  </a:lnTo>
                  <a:lnTo>
                    <a:pt x="436272" y="371846"/>
                  </a:lnTo>
                  <a:lnTo>
                    <a:pt x="458265" y="331333"/>
                  </a:lnTo>
                  <a:lnTo>
                    <a:pt x="472165" y="286566"/>
                  </a:lnTo>
                  <a:lnTo>
                    <a:pt x="477012" y="238506"/>
                  </a:lnTo>
                  <a:lnTo>
                    <a:pt x="472165" y="190445"/>
                  </a:lnTo>
                  <a:lnTo>
                    <a:pt x="458265" y="145678"/>
                  </a:lnTo>
                  <a:lnTo>
                    <a:pt x="436272" y="105165"/>
                  </a:lnTo>
                  <a:lnTo>
                    <a:pt x="407146" y="69865"/>
                  </a:lnTo>
                  <a:lnTo>
                    <a:pt x="371846" y="40739"/>
                  </a:lnTo>
                  <a:lnTo>
                    <a:pt x="331333" y="18746"/>
                  </a:lnTo>
                  <a:lnTo>
                    <a:pt x="286566" y="4846"/>
                  </a:lnTo>
                  <a:lnTo>
                    <a:pt x="238506" y="0"/>
                  </a:lnTo>
                  <a:close/>
                </a:path>
              </a:pathLst>
            </a:custGeom>
            <a:solidFill>
              <a:srgbClr val="27338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62406" y="4155185"/>
              <a:ext cx="477520" cy="477520"/>
            </a:xfrm>
            <a:custGeom>
              <a:avLst/>
              <a:gdLst/>
              <a:ahLst/>
              <a:cxnLst/>
              <a:rect l="l" t="t" r="r" b="b"/>
              <a:pathLst>
                <a:path w="477519" h="477520">
                  <a:moveTo>
                    <a:pt x="0" y="238506"/>
                  </a:moveTo>
                  <a:lnTo>
                    <a:pt x="4845" y="190445"/>
                  </a:lnTo>
                  <a:lnTo>
                    <a:pt x="18742" y="145678"/>
                  </a:lnTo>
                  <a:lnTo>
                    <a:pt x="40732" y="105165"/>
                  </a:lnTo>
                  <a:lnTo>
                    <a:pt x="69856" y="69865"/>
                  </a:lnTo>
                  <a:lnTo>
                    <a:pt x="105154" y="40739"/>
                  </a:lnTo>
                  <a:lnTo>
                    <a:pt x="145668" y="18746"/>
                  </a:lnTo>
                  <a:lnTo>
                    <a:pt x="190438" y="4846"/>
                  </a:lnTo>
                  <a:lnTo>
                    <a:pt x="238506" y="0"/>
                  </a:lnTo>
                  <a:lnTo>
                    <a:pt x="286566" y="4846"/>
                  </a:lnTo>
                  <a:lnTo>
                    <a:pt x="331333" y="18746"/>
                  </a:lnTo>
                  <a:lnTo>
                    <a:pt x="371846" y="40739"/>
                  </a:lnTo>
                  <a:lnTo>
                    <a:pt x="407146" y="69865"/>
                  </a:lnTo>
                  <a:lnTo>
                    <a:pt x="436272" y="105165"/>
                  </a:lnTo>
                  <a:lnTo>
                    <a:pt x="458265" y="145678"/>
                  </a:lnTo>
                  <a:lnTo>
                    <a:pt x="472165" y="190445"/>
                  </a:lnTo>
                  <a:lnTo>
                    <a:pt x="477012" y="238506"/>
                  </a:lnTo>
                  <a:lnTo>
                    <a:pt x="472165" y="286566"/>
                  </a:lnTo>
                  <a:lnTo>
                    <a:pt x="458265" y="331333"/>
                  </a:lnTo>
                  <a:lnTo>
                    <a:pt x="436272" y="371846"/>
                  </a:lnTo>
                  <a:lnTo>
                    <a:pt x="407146" y="407146"/>
                  </a:lnTo>
                  <a:lnTo>
                    <a:pt x="371846" y="436272"/>
                  </a:lnTo>
                  <a:lnTo>
                    <a:pt x="331333" y="458265"/>
                  </a:lnTo>
                  <a:lnTo>
                    <a:pt x="286566" y="472165"/>
                  </a:lnTo>
                  <a:lnTo>
                    <a:pt x="238506" y="477012"/>
                  </a:lnTo>
                  <a:lnTo>
                    <a:pt x="190438" y="472165"/>
                  </a:lnTo>
                  <a:lnTo>
                    <a:pt x="145668" y="458265"/>
                  </a:lnTo>
                  <a:lnTo>
                    <a:pt x="105154" y="436272"/>
                  </a:lnTo>
                  <a:lnTo>
                    <a:pt x="69856" y="407146"/>
                  </a:lnTo>
                  <a:lnTo>
                    <a:pt x="40732" y="371846"/>
                  </a:lnTo>
                  <a:lnTo>
                    <a:pt x="18742" y="331333"/>
                  </a:lnTo>
                  <a:lnTo>
                    <a:pt x="4845" y="286566"/>
                  </a:lnTo>
                  <a:lnTo>
                    <a:pt x="0" y="238506"/>
                  </a:lnTo>
                  <a:close/>
                </a:path>
              </a:pathLst>
            </a:custGeom>
            <a:ln w="25908">
              <a:solidFill>
                <a:srgbClr val="ADFF8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7884" y="4279391"/>
              <a:ext cx="284530" cy="228600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858012" y="4707635"/>
              <a:ext cx="10477500" cy="1991995"/>
            </a:xfrm>
            <a:custGeom>
              <a:avLst/>
              <a:gdLst/>
              <a:ahLst/>
              <a:cxnLst/>
              <a:rect l="l" t="t" r="r" b="b"/>
              <a:pathLst>
                <a:path w="10477500" h="1991995">
                  <a:moveTo>
                    <a:pt x="10407650" y="0"/>
                  </a:moveTo>
                  <a:lnTo>
                    <a:pt x="69811" y="0"/>
                  </a:lnTo>
                  <a:lnTo>
                    <a:pt x="42637" y="5484"/>
                  </a:lnTo>
                  <a:lnTo>
                    <a:pt x="20446" y="20447"/>
                  </a:lnTo>
                  <a:lnTo>
                    <a:pt x="5486" y="42648"/>
                  </a:lnTo>
                  <a:lnTo>
                    <a:pt x="0" y="69850"/>
                  </a:lnTo>
                  <a:lnTo>
                    <a:pt x="0" y="1922056"/>
                  </a:lnTo>
                  <a:lnTo>
                    <a:pt x="5486" y="1949230"/>
                  </a:lnTo>
                  <a:lnTo>
                    <a:pt x="20446" y="1971420"/>
                  </a:lnTo>
                  <a:lnTo>
                    <a:pt x="42637" y="1986381"/>
                  </a:lnTo>
                  <a:lnTo>
                    <a:pt x="69811" y="1991868"/>
                  </a:lnTo>
                  <a:lnTo>
                    <a:pt x="10407650" y="1991868"/>
                  </a:lnTo>
                  <a:lnTo>
                    <a:pt x="10434851" y="1986381"/>
                  </a:lnTo>
                  <a:lnTo>
                    <a:pt x="10457052" y="1971420"/>
                  </a:lnTo>
                  <a:lnTo>
                    <a:pt x="10472015" y="1949230"/>
                  </a:lnTo>
                  <a:lnTo>
                    <a:pt x="10477500" y="1922056"/>
                  </a:lnTo>
                  <a:lnTo>
                    <a:pt x="10477500" y="69850"/>
                  </a:lnTo>
                  <a:lnTo>
                    <a:pt x="10472015" y="42648"/>
                  </a:lnTo>
                  <a:lnTo>
                    <a:pt x="10457052" y="20446"/>
                  </a:lnTo>
                  <a:lnTo>
                    <a:pt x="10434851" y="5484"/>
                  </a:lnTo>
                  <a:lnTo>
                    <a:pt x="10407650" y="0"/>
                  </a:lnTo>
                  <a:close/>
                </a:path>
              </a:pathLst>
            </a:custGeom>
            <a:solidFill>
              <a:srgbClr val="1E3989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58012" y="4707635"/>
              <a:ext cx="10477500" cy="1991995"/>
            </a:xfrm>
            <a:custGeom>
              <a:avLst/>
              <a:gdLst/>
              <a:ahLst/>
              <a:cxnLst/>
              <a:rect l="l" t="t" r="r" b="b"/>
              <a:pathLst>
                <a:path w="10477500" h="1991995">
                  <a:moveTo>
                    <a:pt x="0" y="69850"/>
                  </a:moveTo>
                  <a:lnTo>
                    <a:pt x="5486" y="42648"/>
                  </a:lnTo>
                  <a:lnTo>
                    <a:pt x="20446" y="20447"/>
                  </a:lnTo>
                  <a:lnTo>
                    <a:pt x="42637" y="5484"/>
                  </a:lnTo>
                  <a:lnTo>
                    <a:pt x="69811" y="0"/>
                  </a:lnTo>
                  <a:lnTo>
                    <a:pt x="10407650" y="0"/>
                  </a:lnTo>
                  <a:lnTo>
                    <a:pt x="10434851" y="5484"/>
                  </a:lnTo>
                  <a:lnTo>
                    <a:pt x="10457052" y="20446"/>
                  </a:lnTo>
                  <a:lnTo>
                    <a:pt x="10472015" y="42648"/>
                  </a:lnTo>
                  <a:lnTo>
                    <a:pt x="10477500" y="69850"/>
                  </a:lnTo>
                  <a:lnTo>
                    <a:pt x="10477500" y="1922056"/>
                  </a:lnTo>
                  <a:lnTo>
                    <a:pt x="10472015" y="1949230"/>
                  </a:lnTo>
                  <a:lnTo>
                    <a:pt x="10457052" y="1971420"/>
                  </a:lnTo>
                  <a:lnTo>
                    <a:pt x="10434851" y="1986381"/>
                  </a:lnTo>
                  <a:lnTo>
                    <a:pt x="10407650" y="1991868"/>
                  </a:lnTo>
                  <a:lnTo>
                    <a:pt x="69811" y="1991868"/>
                  </a:lnTo>
                  <a:lnTo>
                    <a:pt x="42637" y="1986381"/>
                  </a:lnTo>
                  <a:lnTo>
                    <a:pt x="20446" y="1971420"/>
                  </a:lnTo>
                  <a:lnTo>
                    <a:pt x="5486" y="1949230"/>
                  </a:lnTo>
                  <a:lnTo>
                    <a:pt x="0" y="1922056"/>
                  </a:lnTo>
                  <a:lnTo>
                    <a:pt x="0" y="69850"/>
                  </a:lnTo>
                  <a:close/>
                </a:path>
              </a:pathLst>
            </a:custGeom>
            <a:ln w="12192">
              <a:solidFill>
                <a:srgbClr val="1D4E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790700" y="5231891"/>
              <a:ext cx="9276715" cy="9525"/>
            </a:xfrm>
            <a:custGeom>
              <a:avLst/>
              <a:gdLst/>
              <a:ahLst/>
              <a:cxnLst/>
              <a:rect l="l" t="t" r="r" b="b"/>
              <a:pathLst>
                <a:path w="9276715" h="9525">
                  <a:moveTo>
                    <a:pt x="9276588" y="0"/>
                  </a:moveTo>
                  <a:lnTo>
                    <a:pt x="0" y="0"/>
                  </a:lnTo>
                  <a:lnTo>
                    <a:pt x="0" y="9143"/>
                  </a:lnTo>
                  <a:lnTo>
                    <a:pt x="9276588" y="9143"/>
                  </a:lnTo>
                  <a:lnTo>
                    <a:pt x="9276588" y="0"/>
                  </a:lnTo>
                  <a:close/>
                </a:path>
              </a:pathLst>
            </a:custGeom>
            <a:solidFill>
              <a:srgbClr val="1E40AE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49248" y="2169921"/>
            <a:ext cx="10092690" cy="448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79450">
              <a:lnSpc>
                <a:spcPct val="100000"/>
              </a:lnSpc>
              <a:spcBef>
                <a:spcPts val="100"/>
              </a:spcBef>
            </a:pPr>
            <a:r>
              <a:rPr dirty="0" sz="1500" spc="-50" b="1">
                <a:solidFill>
                  <a:srgbClr val="87E454"/>
                </a:solidFill>
                <a:latin typeface="Arial"/>
                <a:cs typeface="Arial"/>
              </a:rPr>
              <a:t>Research</a:t>
            </a:r>
            <a:r>
              <a:rPr dirty="0" sz="1500" spc="-95" b="1">
                <a:solidFill>
                  <a:srgbClr val="87E454"/>
                </a:solidFill>
                <a:latin typeface="Arial"/>
                <a:cs typeface="Arial"/>
              </a:rPr>
              <a:t> </a:t>
            </a:r>
            <a:r>
              <a:rPr dirty="0" sz="1500" spc="-35" b="1">
                <a:solidFill>
                  <a:srgbClr val="87E454"/>
                </a:solidFill>
                <a:latin typeface="Arial"/>
                <a:cs typeface="Arial"/>
              </a:rPr>
              <a:t>Background</a:t>
            </a:r>
            <a:r>
              <a:rPr dirty="0" sz="1500" b="1">
                <a:solidFill>
                  <a:srgbClr val="87E454"/>
                </a:solidFill>
                <a:latin typeface="Arial"/>
                <a:cs typeface="Arial"/>
              </a:rPr>
              <a:t> &amp;</a:t>
            </a:r>
            <a:r>
              <a:rPr dirty="0" sz="1500" spc="5" b="1">
                <a:solidFill>
                  <a:srgbClr val="87E454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87E454"/>
                </a:solidFill>
                <a:latin typeface="Arial"/>
                <a:cs typeface="Arial"/>
              </a:rPr>
              <a:t>Methodology</a:t>
            </a:r>
            <a:endParaRPr sz="1500">
              <a:latin typeface="Arial"/>
              <a:cs typeface="Arial"/>
            </a:endParaRPr>
          </a:p>
          <a:p>
            <a:pPr marL="679450">
              <a:lnSpc>
                <a:spcPct val="100000"/>
              </a:lnSpc>
              <a:spcBef>
                <a:spcPts val="930"/>
              </a:spcBef>
            </a:pPr>
            <a:r>
              <a:rPr dirty="0" sz="1000" spc="-20">
                <a:solidFill>
                  <a:srgbClr val="D1D4DB"/>
                </a:solidFill>
                <a:latin typeface="Arial MT"/>
                <a:cs typeface="Arial MT"/>
              </a:rPr>
              <a:t>Briefly</a:t>
            </a:r>
            <a:r>
              <a:rPr dirty="0" sz="1000" spc="-10">
                <a:solidFill>
                  <a:srgbClr val="D1D4DB"/>
                </a:solidFill>
                <a:latin typeface="Arial MT"/>
                <a:cs typeface="Arial MT"/>
              </a:rPr>
              <a:t> describe</a:t>
            </a:r>
            <a:r>
              <a:rPr dirty="0" sz="1000" spc="-3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the</a:t>
            </a:r>
            <a:r>
              <a:rPr dirty="0" sz="1000" spc="4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D1D4DB"/>
                </a:solidFill>
                <a:latin typeface="Arial MT"/>
                <a:cs typeface="Arial MT"/>
              </a:rPr>
              <a:t>research</a:t>
            </a:r>
            <a:r>
              <a:rPr dirty="0" sz="1000" spc="-2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foundation</a:t>
            </a:r>
            <a:r>
              <a:rPr dirty="0" sz="1000" spc="8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or</a:t>
            </a:r>
            <a:r>
              <a:rPr dirty="0" sz="1000" spc="55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D1D4DB"/>
                </a:solidFill>
                <a:latin typeface="Arial MT"/>
                <a:cs typeface="Arial MT"/>
              </a:rPr>
              <a:t>scientific</a:t>
            </a:r>
            <a:r>
              <a:rPr dirty="0" sz="1000" spc="-1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principles</a:t>
            </a:r>
            <a:r>
              <a:rPr dirty="0" sz="1000" spc="-11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supporting</a:t>
            </a:r>
            <a:r>
              <a:rPr dirty="0" sz="1000" spc="7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your</a:t>
            </a:r>
            <a:r>
              <a:rPr dirty="0" sz="1000" spc="55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D1D4DB"/>
                </a:solidFill>
                <a:latin typeface="Arial MT"/>
                <a:cs typeface="Arial MT"/>
              </a:rPr>
              <a:t>idea.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645"/>
              </a:spcBef>
            </a:pP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Learning</a:t>
            </a:r>
            <a:r>
              <a:rPr dirty="0" sz="12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Baseline: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pretrained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MobileNetV2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(ImageNet)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frozen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backbone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establish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reproducible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Phase-1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baseline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suitable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edge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deployment.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Dataset</a:t>
            </a:r>
            <a:r>
              <a:rPr dirty="0" sz="1200" spc="-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Strategy:</a:t>
            </a:r>
            <a:r>
              <a:rPr dirty="0" sz="12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Eight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defect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organized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folder-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labeling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fixed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train/validation/test</a:t>
            </a:r>
            <a:r>
              <a:rPr dirty="0" sz="1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splits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ensure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consistent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unbiased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evaluation.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Discipline: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Trained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maximum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25 epochs</a:t>
            </a:r>
            <a:r>
              <a:rPr dirty="0" sz="12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Adam (LR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= 1e-4)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early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stopping;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augmentation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applied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training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set.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Evaluation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Approach:</a:t>
            </a:r>
            <a:r>
              <a:rPr dirty="0" sz="12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assessed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accuracy,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per-class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precision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recall,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confusion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matrix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defect-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wise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behavior.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Insight: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well-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dirty="0" sz="1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classes</a:t>
            </a:r>
            <a:r>
              <a:rPr dirty="0" sz="12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(e.g.,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clean,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cracks),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dirty="0" sz="12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lower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recall</a:t>
            </a:r>
            <a:r>
              <a:rPr dirty="0" sz="1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rare</a:t>
            </a:r>
            <a:r>
              <a:rPr dirty="0"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ambiguous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defects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highlights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1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limitations</a:t>
            </a:r>
            <a:r>
              <a:rPr dirty="0" sz="1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rather</a:t>
            </a:r>
            <a:r>
              <a:rPr dirty="0" sz="1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model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failure,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guiding</a:t>
            </a:r>
            <a:r>
              <a:rPr dirty="0" sz="1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Phase-</a:t>
            </a:r>
            <a:r>
              <a:rPr dirty="0" sz="120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dirty="0" sz="12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Calibri"/>
                <a:cs typeface="Calibri"/>
              </a:rPr>
              <a:t>improvements.</a:t>
            </a:r>
            <a:endParaRPr sz="1200">
              <a:latin typeface="Calibri"/>
              <a:cs typeface="Calibri"/>
            </a:endParaRPr>
          </a:p>
          <a:p>
            <a:pPr marL="679450">
              <a:lnSpc>
                <a:spcPct val="100000"/>
              </a:lnSpc>
              <a:spcBef>
                <a:spcPts val="944"/>
              </a:spcBef>
            </a:pPr>
            <a:r>
              <a:rPr dirty="0" sz="1500" spc="-35" b="1">
                <a:solidFill>
                  <a:srgbClr val="87E454"/>
                </a:solidFill>
                <a:latin typeface="Arial"/>
                <a:cs typeface="Arial"/>
              </a:rPr>
              <a:t>References</a:t>
            </a:r>
            <a:r>
              <a:rPr dirty="0" sz="1500" b="1">
                <a:solidFill>
                  <a:srgbClr val="87E454"/>
                </a:solidFill>
                <a:latin typeface="Arial"/>
                <a:cs typeface="Arial"/>
              </a:rPr>
              <a:t> &amp;</a:t>
            </a:r>
            <a:r>
              <a:rPr dirty="0" sz="1500" spc="-50" b="1">
                <a:solidFill>
                  <a:srgbClr val="87E454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87E454"/>
                </a:solidFill>
                <a:latin typeface="Arial"/>
                <a:cs typeface="Arial"/>
              </a:rPr>
              <a:t>Citations</a:t>
            </a:r>
            <a:endParaRPr sz="1500">
              <a:latin typeface="Arial"/>
              <a:cs typeface="Arial"/>
            </a:endParaRPr>
          </a:p>
          <a:p>
            <a:pPr marL="679450">
              <a:lnSpc>
                <a:spcPct val="100000"/>
              </a:lnSpc>
              <a:spcBef>
                <a:spcPts val="484"/>
              </a:spcBef>
            </a:pPr>
            <a:r>
              <a:rPr dirty="0" sz="1000" spc="-25">
                <a:solidFill>
                  <a:srgbClr val="D1D4DB"/>
                </a:solidFill>
                <a:latin typeface="Arial MT"/>
                <a:cs typeface="Arial MT"/>
              </a:rPr>
              <a:t>List</a:t>
            </a:r>
            <a:r>
              <a:rPr dirty="0" sz="1000" spc="3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key</a:t>
            </a:r>
            <a:r>
              <a:rPr dirty="0" sz="1000" spc="-35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D1D4DB"/>
                </a:solidFill>
                <a:latin typeface="Arial MT"/>
                <a:cs typeface="Arial MT"/>
              </a:rPr>
              <a:t>papers,</a:t>
            </a:r>
            <a:r>
              <a:rPr dirty="0" sz="1000" spc="-45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 spc="-20">
                <a:solidFill>
                  <a:srgbClr val="D1D4DB"/>
                </a:solidFill>
                <a:latin typeface="Arial MT"/>
                <a:cs typeface="Arial MT"/>
              </a:rPr>
              <a:t>articles,</a:t>
            </a:r>
            <a:r>
              <a:rPr dirty="0" sz="1000" spc="-45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or</a:t>
            </a:r>
            <a:r>
              <a:rPr dirty="0" sz="1000" spc="4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D1D4DB"/>
                </a:solidFill>
                <a:latin typeface="Arial MT"/>
                <a:cs typeface="Arial MT"/>
              </a:rPr>
              <a:t>data</a:t>
            </a:r>
            <a:r>
              <a:rPr dirty="0" sz="1000" spc="-40">
                <a:solidFill>
                  <a:srgbClr val="D1D4DB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D1D4DB"/>
                </a:solidFill>
                <a:latin typeface="Arial MT"/>
                <a:cs typeface="Arial MT"/>
              </a:rPr>
              <a:t>sources.</a:t>
            </a:r>
            <a:endParaRPr sz="1000">
              <a:latin typeface="Arial MT"/>
              <a:cs typeface="Arial MT"/>
            </a:endParaRPr>
          </a:p>
          <a:p>
            <a:pPr marL="123825" indent="-69850">
              <a:lnSpc>
                <a:spcPct val="100000"/>
              </a:lnSpc>
              <a:spcBef>
                <a:spcPts val="869"/>
              </a:spcBef>
              <a:buSzPct val="92857"/>
              <a:buFont typeface="Times New Roman"/>
              <a:buChar char="•"/>
              <a:tabLst>
                <a:tab pos="123825" algn="l"/>
              </a:tabLst>
            </a:pP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Map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Failure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Pattern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Recognition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1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Deep</a:t>
            </a:r>
            <a:r>
              <a:rPr dirty="0" sz="14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endParaRPr sz="140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Source:</a:t>
            </a:r>
            <a:r>
              <a:rPr dirty="0" sz="14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Times New Roman"/>
                <a:cs typeface="Times New Roman"/>
              </a:rPr>
              <a:t>IEEE</a:t>
            </a:r>
            <a:endParaRPr sz="140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  <a:spcBef>
                <a:spcPts val="5"/>
              </a:spcBef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URL:</a:t>
            </a:r>
            <a:r>
              <a:rPr dirty="0" sz="14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06FC0"/>
                </a:solidFill>
                <a:latin typeface="Times New Roman"/>
                <a:cs typeface="Times New Roman"/>
              </a:rPr>
              <a:t>https://ieeexplore.ieee.org/document/8113459</a:t>
            </a:r>
            <a:endParaRPr sz="1400">
              <a:latin typeface="Times New Roman"/>
              <a:cs typeface="Times New Roman"/>
            </a:endParaRPr>
          </a:p>
          <a:p>
            <a:pPr marL="61594" marR="4964430" indent="-7620">
              <a:lnSpc>
                <a:spcPct val="100000"/>
              </a:lnSpc>
              <a:buSzPct val="92857"/>
              <a:buFont typeface="Times New Roman"/>
              <a:buChar char="•"/>
              <a:tabLst>
                <a:tab pos="123825" algn="l"/>
              </a:tabLst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Deep Learning</a:t>
            </a:r>
            <a:r>
              <a:rPr dirty="0" sz="14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1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Semiconductor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Defect</a:t>
            </a:r>
            <a:r>
              <a:rPr dirty="0" sz="14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Classification:</a:t>
            </a:r>
            <a:r>
              <a:rPr dirty="0" sz="1400" spc="-1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1400" spc="-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Review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Source:</a:t>
            </a:r>
            <a:r>
              <a:rPr dirty="0" sz="14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Springer</a:t>
            </a:r>
            <a:endParaRPr sz="140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URL:</a:t>
            </a:r>
            <a:r>
              <a:rPr dirty="0" sz="1400" spc="2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006FC0"/>
                </a:solidFill>
                <a:latin typeface="Times New Roman"/>
                <a:cs typeface="Times New Roman"/>
              </a:rPr>
              <a:t>https://link.springer.com/article/10.1007/s10489-020-01744-</a:t>
            </a:r>
            <a:r>
              <a:rPr dirty="0" sz="1400" spc="-50">
                <a:solidFill>
                  <a:srgbClr val="006FC0"/>
                </a:solidFill>
                <a:latin typeface="Times New Roman"/>
                <a:cs typeface="Times New Roman"/>
              </a:rPr>
              <a:t>0</a:t>
            </a:r>
            <a:endParaRPr sz="1400">
              <a:latin typeface="Times New Roman"/>
              <a:cs typeface="Times New Roman"/>
            </a:endParaRPr>
          </a:p>
          <a:p>
            <a:pPr marL="61594" marR="7628255" indent="-7620">
              <a:lnSpc>
                <a:spcPct val="100000"/>
              </a:lnSpc>
              <a:buSzPct val="92857"/>
              <a:buFont typeface="Times New Roman"/>
              <a:buChar char="•"/>
              <a:tabLst>
                <a:tab pos="123825" algn="l"/>
              </a:tabLst>
            </a:pP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WM-</a:t>
            </a:r>
            <a:r>
              <a:rPr dirty="0" sz="1400" spc="-20" b="1">
                <a:solidFill>
                  <a:srgbClr val="FFFFFF"/>
                </a:solidFill>
                <a:latin typeface="Times New Roman"/>
                <a:cs typeface="Times New Roman"/>
              </a:rPr>
              <a:t>811K</a:t>
            </a:r>
            <a:r>
              <a:rPr dirty="0" sz="14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Wafer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Map </a:t>
            </a:r>
            <a:r>
              <a:rPr dirty="0" sz="1400" spc="-10" b="1">
                <a:solidFill>
                  <a:srgbClr val="FFFFFF"/>
                </a:solidFill>
                <a:latin typeface="Times New Roman"/>
                <a:cs typeface="Times New Roman"/>
              </a:rPr>
              <a:t>Dataset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Source:</a:t>
            </a:r>
            <a:r>
              <a:rPr dirty="0" sz="1400" spc="-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Times New Roman"/>
                <a:cs typeface="Times New Roman"/>
              </a:rPr>
              <a:t>Kaggle</a:t>
            </a:r>
            <a:endParaRPr sz="1400">
              <a:latin typeface="Times New Roman"/>
              <a:cs typeface="Times New Roman"/>
            </a:endParaRPr>
          </a:p>
          <a:p>
            <a:pPr marL="61594">
              <a:lnSpc>
                <a:spcPct val="10000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URL:</a:t>
            </a:r>
            <a:r>
              <a:rPr dirty="0" sz="1400" spc="11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u="sng" sz="1400" spc="-1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https://www.kaggle.com/datasets/qingyi/wm811k-wafer-</a:t>
            </a:r>
            <a:r>
              <a:rPr dirty="0" u="sng" sz="1400" spc="-25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  <a:hlinkClick r:id="rId5"/>
              </a:rPr>
              <a:t>map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790700" y="5661659"/>
            <a:ext cx="9276715" cy="9525"/>
          </a:xfrm>
          <a:custGeom>
            <a:avLst/>
            <a:gdLst/>
            <a:ahLst/>
            <a:cxnLst/>
            <a:rect l="l" t="t" r="r" b="b"/>
            <a:pathLst>
              <a:path w="9276715" h="9525">
                <a:moveTo>
                  <a:pt x="9276588" y="0"/>
                </a:moveTo>
                <a:lnTo>
                  <a:pt x="0" y="0"/>
                </a:lnTo>
                <a:lnTo>
                  <a:pt x="0" y="9143"/>
                </a:lnTo>
                <a:lnTo>
                  <a:pt x="9276588" y="9143"/>
                </a:lnTo>
                <a:lnTo>
                  <a:pt x="9276588" y="0"/>
                </a:lnTo>
                <a:close/>
              </a:path>
            </a:pathLst>
          </a:custGeom>
          <a:solidFill>
            <a:srgbClr val="1E40AE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Visual Extract to PPTX Converter</dc:creator>
  <dc:subject>PptxGenJS Presentation</dc:subject>
  <dc:title>Multi-page HTML Content</dc:title>
  <dcterms:created xsi:type="dcterms:W3CDTF">2026-02-09T19:09:15Z</dcterms:created>
  <dcterms:modified xsi:type="dcterms:W3CDTF">2026-02-09T19:09:15Z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2026-02-08T00:00:00Z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2026-02-09T00:00:00Z</vt:filetime>
  </property>
  <property fmtid="{D5CDD505-2E9C-101B-9397-08002B2CF9AE}" pid="5" name="Producer">
    <vt:lpwstr>Microsoft® PowerPoint® 2016</vt:lpwstr>
  </property>
</Properties>
</file>